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56" r:id="rId1"/>
  </p:sldMasterIdLst>
  <p:notesMasterIdLst>
    <p:notesMasterId r:id="rId48"/>
  </p:notesMasterIdLst>
  <p:handoutMasterIdLst>
    <p:handoutMasterId r:id="rId49"/>
  </p:handoutMasterIdLst>
  <p:sldIdLst>
    <p:sldId id="280" r:id="rId2"/>
    <p:sldId id="380" r:id="rId3"/>
    <p:sldId id="381" r:id="rId4"/>
    <p:sldId id="399" r:id="rId5"/>
    <p:sldId id="257" r:id="rId6"/>
    <p:sldId id="288" r:id="rId7"/>
    <p:sldId id="258" r:id="rId8"/>
    <p:sldId id="298" r:id="rId9"/>
    <p:sldId id="262" r:id="rId10"/>
    <p:sldId id="382" r:id="rId11"/>
    <p:sldId id="383" r:id="rId12"/>
    <p:sldId id="384" r:id="rId13"/>
    <p:sldId id="385" r:id="rId14"/>
    <p:sldId id="386" r:id="rId15"/>
    <p:sldId id="387" r:id="rId16"/>
    <p:sldId id="263" r:id="rId17"/>
    <p:sldId id="388" r:id="rId18"/>
    <p:sldId id="389" r:id="rId19"/>
    <p:sldId id="390" r:id="rId20"/>
    <p:sldId id="391" r:id="rId21"/>
    <p:sldId id="392" r:id="rId22"/>
    <p:sldId id="393" r:id="rId23"/>
    <p:sldId id="394" r:id="rId24"/>
    <p:sldId id="264" r:id="rId25"/>
    <p:sldId id="279" r:id="rId26"/>
    <p:sldId id="266" r:id="rId27"/>
    <p:sldId id="299" r:id="rId28"/>
    <p:sldId id="267" r:id="rId29"/>
    <p:sldId id="268" r:id="rId30"/>
    <p:sldId id="269" r:id="rId31"/>
    <p:sldId id="300" r:id="rId32"/>
    <p:sldId id="270" r:id="rId33"/>
    <p:sldId id="398" r:id="rId34"/>
    <p:sldId id="271" r:id="rId35"/>
    <p:sldId id="272" r:id="rId36"/>
    <p:sldId id="282" r:id="rId37"/>
    <p:sldId id="283" r:id="rId38"/>
    <p:sldId id="395" r:id="rId39"/>
    <p:sldId id="284" r:id="rId40"/>
    <p:sldId id="285" r:id="rId41"/>
    <p:sldId id="301" r:id="rId42"/>
    <p:sldId id="396" r:id="rId43"/>
    <p:sldId id="402" r:id="rId44"/>
    <p:sldId id="397" r:id="rId45"/>
    <p:sldId id="401" r:id="rId46"/>
    <p:sldId id="400" r:id="rId47"/>
  </p:sldIdLst>
  <p:sldSz cx="9144000" cy="6858000" type="screen4x3"/>
  <p:notesSz cx="6797675" cy="9928225"/>
  <p:defaultTextStyle>
    <a:defPPr>
      <a:defRPr lang="he-I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16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4" autoAdjust="0"/>
    <p:restoredTop sz="72927" autoAdjust="0"/>
  </p:normalViewPr>
  <p:slideViewPr>
    <p:cSldViewPr>
      <p:cViewPr varScale="1">
        <p:scale>
          <a:sx n="102" d="100"/>
          <a:sy n="102" d="100"/>
        </p:scale>
        <p:origin x="291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Hanuka" userId="8fcfd652-4ae7-4605-9bfd-5ff0d9da73a0" providerId="ADAL" clId="{E64352B5-F0D7-55D7-BDA8-47CEA1D5C864}"/>
    <pc:docChg chg="delSld modSld">
      <pc:chgData name="Ben Hanuka" userId="8fcfd652-4ae7-4605-9bfd-5ff0d9da73a0" providerId="ADAL" clId="{E64352B5-F0D7-55D7-BDA8-47CEA1D5C864}" dt="2025-12-23T07:02:42.014" v="176" actId="2696"/>
      <pc:docMkLst>
        <pc:docMk/>
      </pc:docMkLst>
      <pc:sldChg chg="modNotesTx">
        <pc:chgData name="Ben Hanuka" userId="8fcfd652-4ae7-4605-9bfd-5ff0d9da73a0" providerId="ADAL" clId="{E64352B5-F0D7-55D7-BDA8-47CEA1D5C864}" dt="2025-12-23T07:00:59.044" v="162" actId="20577"/>
        <pc:sldMkLst>
          <pc:docMk/>
          <pc:sldMk cId="0" sldId="257"/>
        </pc:sldMkLst>
      </pc:sldChg>
      <pc:sldChg chg="modNotesTx">
        <pc:chgData name="Ben Hanuka" userId="8fcfd652-4ae7-4605-9bfd-5ff0d9da73a0" providerId="ADAL" clId="{E64352B5-F0D7-55D7-BDA8-47CEA1D5C864}" dt="2025-12-23T07:01:12.917" v="163" actId="20577"/>
        <pc:sldMkLst>
          <pc:docMk/>
          <pc:sldMk cId="0" sldId="262"/>
        </pc:sldMkLst>
      </pc:sldChg>
      <pc:sldChg chg="modNotesTx">
        <pc:chgData name="Ben Hanuka" userId="8fcfd652-4ae7-4605-9bfd-5ff0d9da73a0" providerId="ADAL" clId="{E64352B5-F0D7-55D7-BDA8-47CEA1D5C864}" dt="2025-12-23T07:01:39.559" v="170" actId="20577"/>
        <pc:sldMkLst>
          <pc:docMk/>
          <pc:sldMk cId="0" sldId="263"/>
        </pc:sldMkLst>
      </pc:sldChg>
      <pc:sldChg chg="modNotesTx">
        <pc:chgData name="Ben Hanuka" userId="8fcfd652-4ae7-4605-9bfd-5ff0d9da73a0" providerId="ADAL" clId="{E64352B5-F0D7-55D7-BDA8-47CEA1D5C864}" dt="2025-12-23T07:02:08.117" v="173" actId="20577"/>
        <pc:sldMkLst>
          <pc:docMk/>
          <pc:sldMk cId="0" sldId="268"/>
        </pc:sldMkLst>
      </pc:sldChg>
      <pc:sldChg chg="modNotesTx">
        <pc:chgData name="Ben Hanuka" userId="8fcfd652-4ae7-4605-9bfd-5ff0d9da73a0" providerId="ADAL" clId="{E64352B5-F0D7-55D7-BDA8-47CEA1D5C864}" dt="2025-12-23T07:01:58.485" v="172" actId="20577"/>
        <pc:sldMkLst>
          <pc:docMk/>
          <pc:sldMk cId="2319268374" sldId="279"/>
        </pc:sldMkLst>
      </pc:sldChg>
      <pc:sldChg chg="modNotesTx">
        <pc:chgData name="Ben Hanuka" userId="8fcfd652-4ae7-4605-9bfd-5ff0d9da73a0" providerId="ADAL" clId="{E64352B5-F0D7-55D7-BDA8-47CEA1D5C864}" dt="2025-12-23T07:02:20.277" v="174" actId="20577"/>
        <pc:sldMkLst>
          <pc:docMk/>
          <pc:sldMk cId="2044853654" sldId="282"/>
        </pc:sldMkLst>
      </pc:sldChg>
      <pc:sldChg chg="del">
        <pc:chgData name="Ben Hanuka" userId="8fcfd652-4ae7-4605-9bfd-5ff0d9da73a0" providerId="ADAL" clId="{E64352B5-F0D7-55D7-BDA8-47CEA1D5C864}" dt="2025-12-23T07:02:42.014" v="176" actId="2696"/>
        <pc:sldMkLst>
          <pc:docMk/>
          <pc:sldMk cId="2003771074" sldId="289"/>
        </pc:sldMkLst>
      </pc:sldChg>
      <pc:sldChg chg="del">
        <pc:chgData name="Ben Hanuka" userId="8fcfd652-4ae7-4605-9bfd-5ff0d9da73a0" providerId="ADAL" clId="{E64352B5-F0D7-55D7-BDA8-47CEA1D5C864}" dt="2025-12-23T07:02:42.014" v="176" actId="2696"/>
        <pc:sldMkLst>
          <pc:docMk/>
          <pc:sldMk cId="1853197223" sldId="290"/>
        </pc:sldMkLst>
      </pc:sldChg>
      <pc:sldChg chg="del">
        <pc:chgData name="Ben Hanuka" userId="8fcfd652-4ae7-4605-9bfd-5ff0d9da73a0" providerId="ADAL" clId="{E64352B5-F0D7-55D7-BDA8-47CEA1D5C864}" dt="2025-12-23T07:02:42.014" v="176" actId="2696"/>
        <pc:sldMkLst>
          <pc:docMk/>
          <pc:sldMk cId="940119434" sldId="291"/>
        </pc:sldMkLst>
      </pc:sldChg>
      <pc:sldChg chg="del">
        <pc:chgData name="Ben Hanuka" userId="8fcfd652-4ae7-4605-9bfd-5ff0d9da73a0" providerId="ADAL" clId="{E64352B5-F0D7-55D7-BDA8-47CEA1D5C864}" dt="2025-12-23T07:02:42.014" v="176" actId="2696"/>
        <pc:sldMkLst>
          <pc:docMk/>
          <pc:sldMk cId="1281170969" sldId="292"/>
        </pc:sldMkLst>
      </pc:sldChg>
      <pc:sldChg chg="del">
        <pc:chgData name="Ben Hanuka" userId="8fcfd652-4ae7-4605-9bfd-5ff0d9da73a0" providerId="ADAL" clId="{E64352B5-F0D7-55D7-BDA8-47CEA1D5C864}" dt="2025-12-23T07:02:42.014" v="176" actId="2696"/>
        <pc:sldMkLst>
          <pc:docMk/>
          <pc:sldMk cId="2621836572" sldId="293"/>
        </pc:sldMkLst>
      </pc:sldChg>
      <pc:sldChg chg="del">
        <pc:chgData name="Ben Hanuka" userId="8fcfd652-4ae7-4605-9bfd-5ff0d9da73a0" providerId="ADAL" clId="{E64352B5-F0D7-55D7-BDA8-47CEA1D5C864}" dt="2025-12-23T07:02:42.014" v="176" actId="2696"/>
        <pc:sldMkLst>
          <pc:docMk/>
          <pc:sldMk cId="917204985" sldId="294"/>
        </pc:sldMkLst>
      </pc:sldChg>
      <pc:sldChg chg="del">
        <pc:chgData name="Ben Hanuka" userId="8fcfd652-4ae7-4605-9bfd-5ff0d9da73a0" providerId="ADAL" clId="{E64352B5-F0D7-55D7-BDA8-47CEA1D5C864}" dt="2025-12-23T07:02:42.014" v="176" actId="2696"/>
        <pc:sldMkLst>
          <pc:docMk/>
          <pc:sldMk cId="2854901384" sldId="295"/>
        </pc:sldMkLst>
      </pc:sldChg>
      <pc:sldChg chg="del">
        <pc:chgData name="Ben Hanuka" userId="8fcfd652-4ae7-4605-9bfd-5ff0d9da73a0" providerId="ADAL" clId="{E64352B5-F0D7-55D7-BDA8-47CEA1D5C864}" dt="2025-12-23T07:02:42.014" v="176" actId="2696"/>
        <pc:sldMkLst>
          <pc:docMk/>
          <pc:sldMk cId="3889478233" sldId="296"/>
        </pc:sldMkLst>
      </pc:sldChg>
      <pc:sldChg chg="del">
        <pc:chgData name="Ben Hanuka" userId="8fcfd652-4ae7-4605-9bfd-5ff0d9da73a0" providerId="ADAL" clId="{E64352B5-F0D7-55D7-BDA8-47CEA1D5C864}" dt="2025-12-23T07:02:42.014" v="176" actId="2696"/>
        <pc:sldMkLst>
          <pc:docMk/>
          <pc:sldMk cId="3834222243" sldId="297"/>
        </pc:sldMkLst>
      </pc:sldChg>
      <pc:sldChg chg="modSp">
        <pc:chgData name="Ben Hanuka" userId="8fcfd652-4ae7-4605-9bfd-5ff0d9da73a0" providerId="ADAL" clId="{E64352B5-F0D7-55D7-BDA8-47CEA1D5C864}" dt="2025-12-11T08:39:10.298" v="17" actId="20577"/>
        <pc:sldMkLst>
          <pc:docMk/>
          <pc:sldMk cId="1224812789" sldId="301"/>
        </pc:sldMkLst>
        <pc:spChg chg="mod">
          <ac:chgData name="Ben Hanuka" userId="8fcfd652-4ae7-4605-9bfd-5ff0d9da73a0" providerId="ADAL" clId="{E64352B5-F0D7-55D7-BDA8-47CEA1D5C864}" dt="2025-12-11T08:39:10.298" v="17" actId="20577"/>
          <ac:spMkLst>
            <pc:docMk/>
            <pc:sldMk cId="1224812789" sldId="301"/>
            <ac:spMk id="3" creationId="{65D7A991-0C89-46BF-BE9B-AE60D757460F}"/>
          </ac:spMkLst>
        </pc:spChg>
      </pc:sldChg>
      <pc:sldChg chg="modNotesTx">
        <pc:chgData name="Ben Hanuka" userId="8fcfd652-4ae7-4605-9bfd-5ff0d9da73a0" providerId="ADAL" clId="{E64352B5-F0D7-55D7-BDA8-47CEA1D5C864}" dt="2025-12-23T07:00:46.405" v="160" actId="20577"/>
        <pc:sldMkLst>
          <pc:docMk/>
          <pc:sldMk cId="70028253" sldId="380"/>
        </pc:sldMkLst>
      </pc:sldChg>
      <pc:sldChg chg="modNotesTx">
        <pc:chgData name="Ben Hanuka" userId="8fcfd652-4ae7-4605-9bfd-5ff0d9da73a0" providerId="ADAL" clId="{E64352B5-F0D7-55D7-BDA8-47CEA1D5C864}" dt="2025-12-23T07:00:51.846" v="161" actId="20577"/>
        <pc:sldMkLst>
          <pc:docMk/>
          <pc:sldMk cId="1170634204" sldId="381"/>
        </pc:sldMkLst>
      </pc:sldChg>
      <pc:sldChg chg="modNotesTx">
        <pc:chgData name="Ben Hanuka" userId="8fcfd652-4ae7-4605-9bfd-5ff0d9da73a0" providerId="ADAL" clId="{E64352B5-F0D7-55D7-BDA8-47CEA1D5C864}" dt="2025-12-23T07:01:16.020" v="164" actId="20577"/>
        <pc:sldMkLst>
          <pc:docMk/>
          <pc:sldMk cId="694313585" sldId="382"/>
        </pc:sldMkLst>
      </pc:sldChg>
      <pc:sldChg chg="modNotesTx">
        <pc:chgData name="Ben Hanuka" userId="8fcfd652-4ae7-4605-9bfd-5ff0d9da73a0" providerId="ADAL" clId="{E64352B5-F0D7-55D7-BDA8-47CEA1D5C864}" dt="2025-12-23T07:01:19.477" v="165" actId="20577"/>
        <pc:sldMkLst>
          <pc:docMk/>
          <pc:sldMk cId="1899515799" sldId="383"/>
        </pc:sldMkLst>
      </pc:sldChg>
      <pc:sldChg chg="modNotesTx">
        <pc:chgData name="Ben Hanuka" userId="8fcfd652-4ae7-4605-9bfd-5ff0d9da73a0" providerId="ADAL" clId="{E64352B5-F0D7-55D7-BDA8-47CEA1D5C864}" dt="2025-12-23T07:01:22.884" v="166" actId="20577"/>
        <pc:sldMkLst>
          <pc:docMk/>
          <pc:sldMk cId="2403032893" sldId="384"/>
        </pc:sldMkLst>
      </pc:sldChg>
      <pc:sldChg chg="modNotesTx">
        <pc:chgData name="Ben Hanuka" userId="8fcfd652-4ae7-4605-9bfd-5ff0d9da73a0" providerId="ADAL" clId="{E64352B5-F0D7-55D7-BDA8-47CEA1D5C864}" dt="2025-12-23T07:01:27.176" v="167" actId="20577"/>
        <pc:sldMkLst>
          <pc:docMk/>
          <pc:sldMk cId="604972999" sldId="385"/>
        </pc:sldMkLst>
      </pc:sldChg>
      <pc:sldChg chg="modNotesTx">
        <pc:chgData name="Ben Hanuka" userId="8fcfd652-4ae7-4605-9bfd-5ff0d9da73a0" providerId="ADAL" clId="{E64352B5-F0D7-55D7-BDA8-47CEA1D5C864}" dt="2025-12-23T07:01:30.581" v="168" actId="20577"/>
        <pc:sldMkLst>
          <pc:docMk/>
          <pc:sldMk cId="2933556974" sldId="386"/>
        </pc:sldMkLst>
      </pc:sldChg>
      <pc:sldChg chg="modNotesTx">
        <pc:chgData name="Ben Hanuka" userId="8fcfd652-4ae7-4605-9bfd-5ff0d9da73a0" providerId="ADAL" clId="{E64352B5-F0D7-55D7-BDA8-47CEA1D5C864}" dt="2025-12-23T07:01:34.597" v="169" actId="20577"/>
        <pc:sldMkLst>
          <pc:docMk/>
          <pc:sldMk cId="2312800061" sldId="387"/>
        </pc:sldMkLst>
      </pc:sldChg>
      <pc:sldChg chg="modNotesTx">
        <pc:chgData name="Ben Hanuka" userId="8fcfd652-4ae7-4605-9bfd-5ff0d9da73a0" providerId="ADAL" clId="{E64352B5-F0D7-55D7-BDA8-47CEA1D5C864}" dt="2025-12-23T07:01:52.577" v="171" actId="20577"/>
        <pc:sldMkLst>
          <pc:docMk/>
          <pc:sldMk cId="3735427480" sldId="394"/>
        </pc:sldMkLst>
      </pc:sldChg>
      <pc:sldChg chg="modNotesTx">
        <pc:chgData name="Ben Hanuka" userId="8fcfd652-4ae7-4605-9bfd-5ff0d9da73a0" providerId="ADAL" clId="{E64352B5-F0D7-55D7-BDA8-47CEA1D5C864}" dt="2025-12-23T07:02:33.957" v="175" actId="20577"/>
        <pc:sldMkLst>
          <pc:docMk/>
          <pc:sldMk cId="185062900" sldId="401"/>
        </pc:sldMkLst>
      </pc:sldChg>
      <pc:sldChg chg="modSp mod">
        <pc:chgData name="Ben Hanuka" userId="8fcfd652-4ae7-4605-9bfd-5ff0d9da73a0" providerId="ADAL" clId="{E64352B5-F0D7-55D7-BDA8-47CEA1D5C864}" dt="2025-12-11T08:40:15.655" v="159" actId="1036"/>
        <pc:sldMkLst>
          <pc:docMk/>
          <pc:sldMk cId="3930380507" sldId="402"/>
        </pc:sldMkLst>
        <pc:spChg chg="mod">
          <ac:chgData name="Ben Hanuka" userId="8fcfd652-4ae7-4605-9bfd-5ff0d9da73a0" providerId="ADAL" clId="{E64352B5-F0D7-55D7-BDA8-47CEA1D5C864}" dt="2025-12-11T08:40:15.655" v="159" actId="1036"/>
          <ac:spMkLst>
            <pc:docMk/>
            <pc:sldMk cId="3930380507" sldId="402"/>
            <ac:spMk id="3" creationId="{F33CE58C-4F53-695C-DC92-8AAF33879EA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9CFC4-D7F9-498D-A408-30BBD2E5A12F}" type="datetimeFigureOut">
              <a:rPr lang="en-US" smtClean="0"/>
              <a:pPr/>
              <a:t>12/23/25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1B911-FD8E-49CA-9ABE-5D90F26688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370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52016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74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rtl="1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BFED2A71-B232-4EFD-9C32-DEAC7A2BA620}" type="datetimeFigureOut">
              <a:rPr lang="he-IL"/>
              <a:pPr>
                <a:defRPr/>
              </a:pPr>
              <a:t>ג'.טבת.תשפ"ו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52016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74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 rtl="1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898F8A1-220E-4C6B-B4FA-D687C63407C8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416415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fontAlgn="base" latinLnBrk="0" hangingPunct="1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17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195B6-2F8D-B70E-E699-BEFC4F3A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71D31-45CC-47DA-4735-3BD4FEB22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7EE64-2B72-A594-6FD6-265F02B98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fontAlgn="base" latinLnBrk="0" hangingPunct="1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7F82F-E6A5-2DBB-F016-6C503DA92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01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89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 fontAlgn="base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187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52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7446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93C92-FBA2-A9D4-EF3D-EE672AA3A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47D3-9F1D-94E3-10E9-1019DD2B2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5B3C5-FE09-C35F-889D-7628A312F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06EF0-CB04-195E-6639-DF4A3CF9E0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98570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9A79A-B573-07AC-7223-6D66450DC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7A5DE-39D6-45DC-2EC1-F34135788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08D52-96E0-E5F3-4452-9906E8356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3308B-DC87-5400-4CC9-47B0730E78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7271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3D600-22B4-B65D-3013-4D7A637FB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525C9-B126-9F63-9E20-05C5E68F1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83039-300E-B471-899C-2286F82EF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10F25-C2E9-F70A-C6BB-65122B230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2426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293AB-74EE-ED66-94BA-584F5BBA0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A3D66-E400-2771-4400-AD8874B17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81D56-ED6D-2DF6-BBC8-961DFB4E5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9C7D0-A23D-36D8-E0A5-CDDBFCCF1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7744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777CE-3E8C-CB41-97FE-9DD20FD0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B6E86-F097-8FA8-736E-49D491577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4607B-B635-D07F-D7EA-C62ACB385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1921F-B63F-5266-2A9A-12D6D5562E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8407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A67FE-8B69-1709-8F1D-FDD890D37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D0678-C17C-DF11-A69C-A1F0A72ED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2B2C4-553A-8307-7F36-9006B40BF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E3ACF-6F8B-35DF-8336-932EF6E9C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84950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 fontAlgn="base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19122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328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64720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6654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 fontAlgn="base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29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701265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30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46794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35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133531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36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0154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40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36974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69E82-18DD-6199-776C-E321963B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9820F-24F3-8412-363F-C796EBC4A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378A8-5D54-62BC-AB00-13274C7A5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265F9-62F3-00CE-1238-4DAC92D7C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41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02663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D213D-F262-9045-A25B-D2C48ED8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CB78E-A47D-0972-4307-40E57DF36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0C311-3207-469F-6D05-038848937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291C8-8C16-7A5D-0B5C-738E4D8BA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42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81360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A2A86-CEDA-6CCA-547B-AE0262A5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376E2-E613-BF3C-3241-81E907CF1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A745C-C190-907E-5CB6-8B3D8E4E3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ED98A-21C1-F084-6872-F97A7AEB0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43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400480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415A2-A247-22A6-1B94-9D06B0FB4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B64E7-D314-66DD-5DCD-112853903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0FF44-DA48-4E78-AA2A-0D4A3FB0C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1B25C-F867-3C28-13C5-3B0C74DF3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98F8A1-220E-4C6B-B4FA-D687C63407C8}" type="slidenum">
              <a:rPr lang="he-IL" smtClean="0"/>
              <a:pPr>
                <a:defRPr/>
              </a:pPr>
              <a:t>44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94263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BF4C-B155-014B-EC6A-387949022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32641-C549-2243-83A1-ECC20A0AA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3F59E-1D78-E343-8CEC-EB8BB50A1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fontAlgn="base" latinLnBrk="0" hangingPunct="1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F878F-D233-F0B1-569A-F7A9908AF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692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556B2-C990-FAC4-393D-6536127EC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D1B11-FFA5-2FBE-5999-6443861AB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48E2C-D032-E318-45AD-7BC3F2354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fontAlgn="base" latinLnBrk="0" hangingPunct="1">
              <a:spcBef>
                <a:spcPct val="3000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076EF-8CB2-4818-CEA9-C8852488A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3B33A-3083-4869-B19E-D402D5247EB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85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839D20-AEBC-4FF7-AEC6-5A4FDA6C9706}" type="datetime8">
              <a:rPr lang="he-IL" smtClean="0"/>
              <a:pPr>
                <a:defRPr/>
              </a:pPr>
              <a:t>23 בדצמבר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9C3748-E829-4F6D-BA5C-5D0E92586CF9}" type="slidenum">
              <a:rPr lang="he-IL" smtClean="0"/>
              <a:pPr>
                <a:defRPr/>
              </a:pPr>
              <a:t>‹#›</a:t>
            </a:fld>
            <a:endParaRPr lang="he-IL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91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5B1B94-2A75-43F5-8E8E-C03B64F547DC}" type="datetime8">
              <a:rPr lang="he-IL" smtClean="0"/>
              <a:pPr>
                <a:defRPr/>
              </a:pPr>
              <a:t>23 בדצמבר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35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D838C2-561C-4ED6-B1A2-7A15DB1649C1}" type="datetime8">
              <a:rPr lang="he-IL" smtClean="0"/>
              <a:pPr>
                <a:defRPr/>
              </a:pPr>
              <a:t>23 בדצמבר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E6928F-73B3-45E6-984E-0970F17D8BEC}" type="slidenum">
              <a:rPr lang="he-IL" smtClean="0"/>
              <a:pPr>
                <a:defRPr/>
              </a:pPr>
              <a:t>‹#›</a:t>
            </a:fld>
            <a:endParaRPr lang="he-IL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28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B06708-A661-40F4-97A3-5CF9226ACC8D}" type="datetime8">
              <a:rPr lang="he-IL" smtClean="0"/>
              <a:pPr>
                <a:defRPr/>
              </a:pPr>
              <a:t>23 בדצמבר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7AFA5C-5C93-4493-937F-539E782AE2D8}" type="slidenum">
              <a:rPr lang="he-IL" smtClean="0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63886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64ADE5-236C-49B1-8B90-E8EA793F6AE3}" type="datetime8">
              <a:rPr lang="he-IL" smtClean="0"/>
              <a:pPr>
                <a:defRPr/>
              </a:pPr>
              <a:t>23 בדצמבר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53A0AE-C969-4A96-8971-231155DB3AF3}" type="slidenum">
              <a:rPr lang="he-IL" smtClean="0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153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6FFE16-48D4-419F-BB65-40742F87CB7F}" type="datetime8">
              <a:rPr lang="he-IL" smtClean="0"/>
              <a:pPr>
                <a:defRPr/>
              </a:pPr>
              <a:t>23 בדצמבר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3C3E1-66D2-4B19-8F8D-84C5833677BD}" type="slidenum">
              <a:rPr lang="he-IL" smtClean="0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38927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5CA380-E7C2-4E5E-9A40-885A0128908C}" type="datetime8">
              <a:rPr lang="he-IL" smtClean="0"/>
              <a:pPr>
                <a:defRPr/>
              </a:pPr>
              <a:t>23 בדצמבר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DDD99-E41D-43E9-8A24-0D8D12381358}" type="slidenum">
              <a:rPr lang="he-IL" smtClean="0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1963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E984B64-2C5A-4BEA-B60A-4DF1BB1ED69F}" type="datetime8">
              <a:rPr lang="he-IL" smtClean="0"/>
              <a:pPr>
                <a:defRPr/>
              </a:pPr>
              <a:t>23 בדצמבר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7F532EF-2BDA-4A66-B4FB-439A1A4F0956}" type="slidenum">
              <a:rPr lang="he-IL" smtClean="0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5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BF68AC-4B28-416C-B8B0-24D346800218}" type="datetime8">
              <a:rPr lang="he-IL" smtClean="0"/>
              <a:pPr>
                <a:defRPr/>
              </a:pPr>
              <a:t>23 בדצמבר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578B47-E664-474A-97C7-0EE5369815B9}" type="slidenum">
              <a:rPr lang="he-IL" smtClean="0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9134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B7317B-1FF5-47C8-8196-01243944674A}" type="datetime8">
              <a:rPr lang="he-IL" smtClean="0"/>
              <a:pPr>
                <a:defRPr/>
              </a:pPr>
              <a:t>23 בדצמבר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5E3586-4652-49F0-A1E5-CE658D6F6283}" type="slidenum">
              <a:rPr lang="he-IL" smtClean="0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19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E43CF6-75AB-4488-88D4-350CBE76CB4A}" type="datetime8">
              <a:rPr lang="he-IL" smtClean="0"/>
              <a:pPr>
                <a:defRPr/>
              </a:pPr>
              <a:t>23 בדצמבר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8BE145-0157-43C0-B9DA-1E840B255396}" type="slidenum">
              <a:rPr lang="he-IL" smtClean="0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9249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139549A-9581-4F17-AE67-A6E9A29A7ED6}" type="datetime8">
              <a:rPr lang="he-IL" smtClean="0"/>
              <a:pPr>
                <a:defRPr/>
              </a:pPr>
              <a:t>23 בדצמבר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19A2808-5765-4B8E-B878-2E181DA66E3F}" type="slidenum">
              <a:rPr lang="he-IL" smtClean="0"/>
              <a:pPr>
                <a:defRPr/>
              </a:pPr>
              <a:t>‹#›</a:t>
            </a:fld>
            <a:endParaRPr lang="he-IL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715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defTabSz="914400" rtl="1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r" defTabSz="914400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14.wmf"/><Relationship Id="rId3" Type="http://schemas.openxmlformats.org/officeDocument/2006/relationships/image" Target="../media/image8.png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4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wmf"/><Relationship Id="rId10" Type="http://schemas.openxmlformats.org/officeDocument/2006/relationships/image" Target="../media/image12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11" Type="http://schemas.openxmlformats.org/officeDocument/2006/relationships/image" Target="../media/image15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4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9.wmf"/><Relationship Id="rId7" Type="http://schemas.openxmlformats.org/officeDocument/2006/relationships/oleObject" Target="../embeddings/oleObject6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4.wmf"/><Relationship Id="rId4" Type="http://schemas.openxmlformats.org/officeDocument/2006/relationships/image" Target="../media/image20.png"/><Relationship Id="rId9" Type="http://schemas.openxmlformats.org/officeDocument/2006/relationships/oleObject" Target="../embeddings/oleObject7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23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5.png"/><Relationship Id="rId4" Type="http://schemas.openxmlformats.org/officeDocument/2006/relationships/image" Target="../media/image19.wmf"/><Relationship Id="rId9" Type="http://schemas.openxmlformats.org/officeDocument/2006/relationships/image" Target="../media/image24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1</a:t>
            </a:fld>
            <a:endParaRPr lang="he-IL"/>
          </a:p>
        </p:txBody>
      </p:sp>
      <p:sp>
        <p:nvSpPr>
          <p:cNvPr id="5" name="Rectangle 4"/>
          <p:cNvSpPr/>
          <p:nvPr/>
        </p:nvSpPr>
        <p:spPr>
          <a:xfrm>
            <a:off x="539552" y="1412776"/>
            <a:ext cx="82809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5400" dirty="0"/>
              <a:t>תרגול </a:t>
            </a:r>
            <a:r>
              <a:rPr lang="en-US" sz="5400"/>
              <a:t>7</a:t>
            </a:r>
            <a:endParaRPr lang="he-IL" sz="5400" dirty="0"/>
          </a:p>
          <a:p>
            <a:pPr algn="ctr" rtl="1"/>
            <a:endParaRPr lang="he-IL" sz="5400" dirty="0"/>
          </a:p>
          <a:p>
            <a:pPr algn="ctr" rtl="1"/>
            <a:r>
              <a:rPr lang="he-IL" sz="5400" dirty="0"/>
              <a:t>סינתזה של מערכות סינכרוניות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79512" y="6459785"/>
            <a:ext cx="4536504" cy="398215"/>
          </a:xfrm>
          <a:prstGeom prst="rect">
            <a:avLst/>
          </a:prstGeom>
        </p:spPr>
        <p:txBody>
          <a:bodyPr rtlCol="1">
            <a:normAutofit/>
          </a:bodyPr>
          <a:lstStyle>
            <a:lvl1pPr marL="91440" indent="-91440" algn="r" defTabSz="914400" rtl="1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r" defTabSz="914400" rtl="1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800" dirty="0"/>
              <a:t>Ben Hanuka, 2025, based on Maroun Tork</a:t>
            </a:r>
            <a:endParaRPr lang="he-IL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479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C9DAF3-3365-7C17-4A3B-7CB1ECC56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r"/>
            <a:r>
              <a:rPr lang="he-IL" dirty="0"/>
              <a:t>שבוע שעבר (תזכורת)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8620D5D-90E1-2E47-B11A-90CC23F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05001"/>
            <a:ext cx="7543800" cy="4343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e-IL" sz="2400" dirty="0"/>
              <a:t> רכיבי זיכרון: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SR Latch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D – Latch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/>
              <a:t>D – Flip Flop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e-IL" sz="2400" dirty="0"/>
              <a:t> אילוצי זמנים עם D-FF: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 err="1"/>
              <a:t>t</a:t>
            </a:r>
            <a:r>
              <a:rPr lang="en-US" sz="2200" baseline="-25000" dirty="0" err="1"/>
              <a:t>setup</a:t>
            </a:r>
            <a:r>
              <a:rPr lang="en-US" sz="2200" baseline="-25000" dirty="0"/>
              <a:t>	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 err="1"/>
              <a:t>t</a:t>
            </a:r>
            <a:r>
              <a:rPr lang="en-US" sz="2200" baseline="-25000" dirty="0" err="1"/>
              <a:t>hold</a:t>
            </a:r>
            <a:endParaRPr lang="en-US" sz="2200" dirty="0"/>
          </a:p>
          <a:p>
            <a:pPr algn="l" rtl="0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 rtl="0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002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0D603-764D-8FDB-8512-6F7D1124F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B26202-32F1-1A48-8BD0-5F8AC5F3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r"/>
            <a:r>
              <a:rPr lang="he-IL" dirty="0"/>
              <a:t>נושאים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A220C11-8F71-D3A0-321F-26CB3FAA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05001"/>
            <a:ext cx="7543800" cy="4343400"/>
          </a:xfrm>
        </p:spPr>
        <p:txBody>
          <a:bodyPr>
            <a:normAutofit/>
          </a:bodyPr>
          <a:lstStyle/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מכונות מצבים: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Moore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Mealy</a:t>
            </a:r>
            <a:endParaRPr lang="he-IL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he-IL" sz="2200" dirty="0"/>
              <a:t> סינתזה (מימוש של מכונת מצבים בחומרה)</a:t>
            </a:r>
            <a:endParaRPr lang="en-US" sz="2200" dirty="0"/>
          </a:p>
          <a:p>
            <a:pPr algn="l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70634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7E8BC76-1265-4F8D-9E39-EF7D1F981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en-US" dirty="0"/>
              <a:t>מוטיבציה</a:t>
            </a:r>
            <a:endParaRPr lang="en-US" altLang="en-US" dirty="0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625941B-41EF-427F-A5A2-86275674F8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2959" y="1845734"/>
            <a:ext cx="7543801" cy="4319570"/>
          </a:xfrm>
        </p:spPr>
        <p:txBody>
          <a:bodyPr>
            <a:normAutofit/>
          </a:bodyPr>
          <a:lstStyle/>
          <a:p>
            <a:r>
              <a:rPr lang="he-IL" altLang="en-US" sz="2100" dirty="0">
                <a:solidFill>
                  <a:schemeClr val="tx1"/>
                </a:solidFill>
              </a:rPr>
              <a:t>למערכת צירופית אין זיכרון, היא יודעת רק ״מה יש עכשיו״. כלומר כל הקלט צריך להיכנס באותו זמן. אין מושג של ״תהליך״.</a:t>
            </a: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  <a:p>
            <a:endParaRPr lang="he-IL" altLang="en-US" sz="2100" dirty="0">
              <a:solidFill>
                <a:schemeClr val="tx1"/>
              </a:solidFill>
            </a:endParaRPr>
          </a:p>
          <a:p>
            <a:r>
              <a:rPr lang="he-IL" altLang="en-US" sz="2100" dirty="0">
                <a:solidFill>
                  <a:schemeClr val="tx1"/>
                </a:solidFill>
              </a:rPr>
              <a:t>בעזרת רכיבי זיכרון (D-FF) ומכונות מצבים, אפשר לדעת ״מה קרה עד עכשיו״ ולבנות לוגיקה שמבוססת על רצף אירועים.</a:t>
            </a:r>
            <a:endParaRPr lang="en-US" altLang="en-US" sz="2100" dirty="0">
              <a:solidFill>
                <a:schemeClr val="tx1"/>
              </a:solidFill>
            </a:endParaRPr>
          </a:p>
          <a:p>
            <a:endParaRPr lang="en-US" altLang="en-US" sz="2100" dirty="0">
              <a:solidFill>
                <a:schemeClr val="tx1"/>
              </a:solidFill>
            </a:endParaRPr>
          </a:p>
        </p:txBody>
      </p:sp>
      <p:sp>
        <p:nvSpPr>
          <p:cNvPr id="32772" name="Slide Number Placeholder 1">
            <a:extLst>
              <a:ext uri="{FF2B5EF4-FFF2-40B4-BE49-F238E27FC236}">
                <a16:creationId xmlns:a16="http://schemas.microsoft.com/office/drawing/2014/main" id="{1D5ECE81-4C6F-489A-AF08-721C28C0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7D973A-81BB-4F55-9590-2E72D8CEA77D}" type="slidenum">
              <a:rPr lang="en-US" altLang="en-US" sz="1050">
                <a:solidFill>
                  <a:srgbClr val="000000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50">
              <a:solidFill>
                <a:srgbClr val="000000"/>
              </a:solidFill>
            </a:endParaRPr>
          </a:p>
        </p:txBody>
      </p:sp>
      <p:pic>
        <p:nvPicPr>
          <p:cNvPr id="4" name="Picture 3" descr="Cartoon of a person standing in front of a vending machine&#10;&#10;AI-generated content may be incorrect.">
            <a:extLst>
              <a:ext uri="{FF2B5EF4-FFF2-40B4-BE49-F238E27FC236}">
                <a16:creationId xmlns:a16="http://schemas.microsoft.com/office/drawing/2014/main" id="{F7297270-E4E1-30C0-5C7F-99A312CA5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275" y="2543999"/>
            <a:ext cx="3471168" cy="262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62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pPr algn="r"/>
            <a:r>
              <a:rPr lang="he-IL">
                <a:solidFill>
                  <a:schemeClr val="tx2">
                    <a:lumMod val="50000"/>
                  </a:schemeClr>
                </a:solidFill>
                <a:cs typeface="+mn-cs"/>
              </a:rPr>
              <a:t>סוגי מכונות</a:t>
            </a:r>
            <a:endParaRPr lang="he-IL" dirty="0">
              <a:solidFill>
                <a:schemeClr val="tx2">
                  <a:lumMod val="50000"/>
                </a:schemeClr>
              </a:solidFill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5</a:t>
            </a:fld>
            <a:endParaRPr lang="he-IL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BC76413-49C7-4980-90C2-1EF6BA711E24}"/>
              </a:ext>
            </a:extLst>
          </p:cNvPr>
          <p:cNvGrpSpPr/>
          <p:nvPr/>
        </p:nvGrpSpPr>
        <p:grpSpPr>
          <a:xfrm>
            <a:off x="107504" y="1916832"/>
            <a:ext cx="4320480" cy="2852189"/>
            <a:chOff x="107504" y="2549330"/>
            <a:chExt cx="4320480" cy="285218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F3ACF7-5A87-46CE-BE2C-555481A8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04" y="3241279"/>
              <a:ext cx="4320480" cy="216024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CB448B-33A7-41C6-AD58-2CE1183EEF79}"/>
                </a:ext>
              </a:extLst>
            </p:cNvPr>
            <p:cNvSpPr txBox="1"/>
            <p:nvPr/>
          </p:nvSpPr>
          <p:spPr>
            <a:xfrm>
              <a:off x="1763688" y="2549330"/>
              <a:ext cx="1008112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2400" dirty="0"/>
                <a:t>Mealy</a:t>
              </a:r>
              <a:endParaRPr lang="he-IL" sz="24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07BD58-92C6-4F00-AABB-1E818D71A8AC}"/>
              </a:ext>
            </a:extLst>
          </p:cNvPr>
          <p:cNvGrpSpPr/>
          <p:nvPr/>
        </p:nvGrpSpPr>
        <p:grpSpPr>
          <a:xfrm>
            <a:off x="4594860" y="1973267"/>
            <a:ext cx="4174604" cy="2895893"/>
            <a:chOff x="4594860" y="2549331"/>
            <a:chExt cx="4174604" cy="289589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4030C7D-3A14-47E8-AD4D-6CC1B0D78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94860" y="3241279"/>
              <a:ext cx="4174604" cy="220394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19E3A1D-F0FB-4BF5-9D7D-FC47FAC20AAF}"/>
                </a:ext>
              </a:extLst>
            </p:cNvPr>
            <p:cNvSpPr txBox="1"/>
            <p:nvPr/>
          </p:nvSpPr>
          <p:spPr>
            <a:xfrm>
              <a:off x="6058543" y="2549331"/>
              <a:ext cx="1247238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2400" dirty="0"/>
                <a:t>Moore</a:t>
              </a:r>
              <a:endParaRPr lang="he-IL" sz="24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25B712E-B568-8FD2-DA28-DC7BFBDF7A8E}"/>
              </a:ext>
            </a:extLst>
          </p:cNvPr>
          <p:cNvSpPr txBox="1"/>
          <p:nvPr/>
        </p:nvSpPr>
        <p:spPr>
          <a:xfrm>
            <a:off x="1056515" y="4994110"/>
            <a:ext cx="2422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Output = F(PS, IN)</a:t>
            </a:r>
          </a:p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Next State = F(PS,IN)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9E2C5-325E-65E1-96DF-F74D4C23EECC}"/>
              </a:ext>
            </a:extLst>
          </p:cNvPr>
          <p:cNvSpPr txBox="1"/>
          <p:nvPr/>
        </p:nvSpPr>
        <p:spPr>
          <a:xfrm>
            <a:off x="5470933" y="4994109"/>
            <a:ext cx="2422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Output = F(PS)</a:t>
            </a:r>
          </a:p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Next State = F(PS,IN)</a:t>
            </a:r>
            <a:endParaRPr lang="en-I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שלבי ביצוע הסינתזה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5236"/>
            <a:ext cx="8229600" cy="4637112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he-IL" dirty="0"/>
              <a:t>1- דיאגרמת מצבים </a:t>
            </a: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he-IL" dirty="0"/>
              <a:t>2- טבלת מצבים (+ צמצום)</a:t>
            </a: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he-IL" dirty="0"/>
              <a:t>3- הקצאת מצבים (קוד לכל מצב)</a:t>
            </a: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he-IL" dirty="0"/>
              <a:t>4- טבלת מעברים ופלט (הצבת הקודים בטבלת המצבים)</a:t>
            </a: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he-IL" dirty="0"/>
              <a:t>5- מציאת הפונקציות המתארות את כניסות ה-</a:t>
            </a:r>
            <a:r>
              <a:rPr lang="en-US" dirty="0"/>
              <a:t>FF</a:t>
            </a:r>
            <a:r>
              <a:rPr lang="he-IL" dirty="0"/>
              <a:t> ואת המוצא </a:t>
            </a:r>
            <a:r>
              <a:rPr lang="en-US" dirty="0"/>
              <a:t>Z</a:t>
            </a:r>
            <a:endParaRPr lang="he-IL" dirty="0"/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he-IL" dirty="0"/>
              <a:t>6- שרטוט המעגל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65761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80728"/>
            <a:ext cx="7543800" cy="756633"/>
          </a:xfrm>
        </p:spPr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1</a:t>
            </a:r>
            <a:endParaRPr lang="he-IL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562" y="2071655"/>
            <a:ext cx="7543801" cy="4023360"/>
          </a:xfrm>
        </p:spPr>
        <p:txBody>
          <a:bodyPr/>
          <a:lstStyle/>
          <a:p>
            <a:pPr marL="0">
              <a:buNone/>
            </a:pPr>
            <a:r>
              <a:rPr lang="he-IL" dirty="0"/>
              <a:t>תכנן מערכת סינכרונית בעלת כניסה אחת ויציאה אחת, המפיקה </a:t>
            </a:r>
            <a:r>
              <a:rPr lang="en-US" dirty="0"/>
              <a:t>z=1</a:t>
            </a:r>
            <a:r>
              <a:rPr lang="he-IL" dirty="0"/>
              <a:t> כשאחת הסדרות הבאות מופיעה: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en-US" b="1" dirty="0"/>
              <a:t>1100,1010,1001</a:t>
            </a:r>
            <a:r>
              <a:rPr lang="he-IL" dirty="0"/>
              <a:t>.</a:t>
            </a:r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r>
              <a:rPr lang="he-IL" dirty="0"/>
              <a:t>המערכת חוזרת למצב ההתחלתי אחרי ש-</a:t>
            </a:r>
            <a:r>
              <a:rPr lang="en-US" dirty="0"/>
              <a:t>z=1</a:t>
            </a:r>
            <a:r>
              <a:rPr lang="he-IL" dirty="0"/>
              <a:t>.</a:t>
            </a:r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7</a:t>
            </a:fld>
            <a:endParaRPr lang="he-I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CA499-85E1-DD3F-3904-E05C90A2E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2691D-D11F-390B-AA4B-59004495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8</a:t>
            </a:fld>
            <a:endParaRPr lang="he-IL"/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C6C68FD8-327D-ADE0-25CA-39DE02BA7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896" y="1008310"/>
            <a:ext cx="7543800" cy="756633"/>
          </a:xfrm>
        </p:spPr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1 – שרטוט מכונת מצבים</a:t>
            </a:r>
            <a:endParaRPr lang="he-IL" dirty="0"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DA5618-0D79-E211-7FCA-D024F88CF9FB}"/>
              </a:ext>
            </a:extLst>
          </p:cNvPr>
          <p:cNvSpPr/>
          <p:nvPr/>
        </p:nvSpPr>
        <p:spPr>
          <a:xfrm>
            <a:off x="4211960" y="2191872"/>
            <a:ext cx="720080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IL" sz="1200" b="1" dirty="0"/>
              <a:t>A</a:t>
            </a:r>
          </a:p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I</a:t>
            </a:r>
            <a:r>
              <a:rPr lang="en-IL" sz="1200" dirty="0"/>
              <a:t>dle state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3EC3800-7858-CE7E-3587-4D162CD38279}"/>
              </a:ext>
            </a:extLst>
          </p:cNvPr>
          <p:cNvSpPr/>
          <p:nvPr/>
        </p:nvSpPr>
        <p:spPr>
          <a:xfrm>
            <a:off x="4211959" y="3266406"/>
            <a:ext cx="720080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200" b="1" dirty="0"/>
              <a:t>B</a:t>
            </a:r>
          </a:p>
          <a:p>
            <a:pPr algn="ctr"/>
            <a:r>
              <a:rPr lang="en-IL" sz="1200" dirty="0"/>
              <a:t>1 state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1CF7F9-03B6-063C-C7BC-A6F559306A4D}"/>
              </a:ext>
            </a:extLst>
          </p:cNvPr>
          <p:cNvSpPr/>
          <p:nvPr/>
        </p:nvSpPr>
        <p:spPr>
          <a:xfrm>
            <a:off x="4932040" y="4186229"/>
            <a:ext cx="720080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200" b="1" dirty="0"/>
              <a:t>C</a:t>
            </a:r>
          </a:p>
          <a:p>
            <a:pPr algn="ctr"/>
            <a:r>
              <a:rPr lang="en-IL" sz="1200" dirty="0"/>
              <a:t>11</a:t>
            </a:r>
          </a:p>
          <a:p>
            <a:pPr algn="ctr"/>
            <a:r>
              <a:rPr lang="en-IL" sz="1200" dirty="0"/>
              <a:t>state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A17916A-F10B-C082-EBC5-4531F2741420}"/>
              </a:ext>
            </a:extLst>
          </p:cNvPr>
          <p:cNvSpPr/>
          <p:nvPr/>
        </p:nvSpPr>
        <p:spPr>
          <a:xfrm>
            <a:off x="3491880" y="4186229"/>
            <a:ext cx="720080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200" b="1" dirty="0"/>
              <a:t>D</a:t>
            </a:r>
            <a:endParaRPr lang="en-IL" sz="1200" dirty="0"/>
          </a:p>
          <a:p>
            <a:pPr algn="ctr"/>
            <a:r>
              <a:rPr lang="en-IL" sz="1200" dirty="0"/>
              <a:t>10</a:t>
            </a:r>
          </a:p>
          <a:p>
            <a:pPr algn="ctr"/>
            <a:r>
              <a:rPr lang="en-IL" sz="1200" dirty="0"/>
              <a:t>state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25A3D66-2FA4-8958-E102-601EED223FA5}"/>
              </a:ext>
            </a:extLst>
          </p:cNvPr>
          <p:cNvSpPr/>
          <p:nvPr/>
        </p:nvSpPr>
        <p:spPr>
          <a:xfrm>
            <a:off x="4211960" y="5129609"/>
            <a:ext cx="720080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200" b="1" dirty="0"/>
              <a:t>G</a:t>
            </a:r>
            <a:endParaRPr lang="en-IL" sz="1200" dirty="0"/>
          </a:p>
          <a:p>
            <a:pPr algn="ctr"/>
            <a:r>
              <a:rPr lang="en-IL" sz="1200" dirty="0"/>
              <a:t>101</a:t>
            </a:r>
          </a:p>
          <a:p>
            <a:pPr algn="ctr"/>
            <a:r>
              <a:rPr lang="en-IL" sz="1200" dirty="0"/>
              <a:t>state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5FFC7B9-C6FD-CB5F-7409-DF5D3D635B20}"/>
              </a:ext>
            </a:extLst>
          </p:cNvPr>
          <p:cNvSpPr/>
          <p:nvPr/>
        </p:nvSpPr>
        <p:spPr>
          <a:xfrm>
            <a:off x="5652120" y="5129609"/>
            <a:ext cx="720080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200" b="1" dirty="0"/>
              <a:t>E</a:t>
            </a:r>
            <a:endParaRPr lang="en-IL" sz="1200" dirty="0"/>
          </a:p>
          <a:p>
            <a:pPr algn="ctr"/>
            <a:r>
              <a:rPr lang="en-IL" sz="1200" dirty="0"/>
              <a:t>110</a:t>
            </a:r>
          </a:p>
          <a:p>
            <a:pPr algn="ctr"/>
            <a:r>
              <a:rPr lang="en-IL" sz="1200" dirty="0"/>
              <a:t>state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1E52797-41C6-D792-9386-CD3256C64E65}"/>
              </a:ext>
            </a:extLst>
          </p:cNvPr>
          <p:cNvSpPr/>
          <p:nvPr/>
        </p:nvSpPr>
        <p:spPr>
          <a:xfrm>
            <a:off x="2771800" y="5129609"/>
            <a:ext cx="720080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L" sz="1200" b="1" dirty="0"/>
              <a:t>F</a:t>
            </a:r>
          </a:p>
          <a:p>
            <a:pPr algn="ctr"/>
            <a:r>
              <a:rPr lang="en-IL" sz="1200" dirty="0"/>
              <a:t>100</a:t>
            </a:r>
          </a:p>
          <a:p>
            <a:pPr algn="ctr"/>
            <a:r>
              <a:rPr lang="en-IL" sz="1200" dirty="0"/>
              <a:t>state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8B1D96A-962A-9554-97C0-28299F019A80}"/>
              </a:ext>
            </a:extLst>
          </p:cNvPr>
          <p:cNvCxnSpPr>
            <a:cxnSpLocks/>
            <a:stCxn id="16" idx="4"/>
            <a:endCxn id="17" idx="0"/>
          </p:cNvCxnSpPr>
          <p:nvPr/>
        </p:nvCxnSpPr>
        <p:spPr>
          <a:xfrm flipH="1">
            <a:off x="4571999" y="2911952"/>
            <a:ext cx="1" cy="354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9159D58-8212-4740-4B48-2FD2BFDB45DE}"/>
              </a:ext>
            </a:extLst>
          </p:cNvPr>
          <p:cNvCxnSpPr>
            <a:cxnSpLocks/>
            <a:stCxn id="17" idx="5"/>
            <a:endCxn id="18" idx="0"/>
          </p:cNvCxnSpPr>
          <p:nvPr/>
        </p:nvCxnSpPr>
        <p:spPr>
          <a:xfrm>
            <a:off x="4826586" y="3881033"/>
            <a:ext cx="465494" cy="305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17023C2-61E6-7979-96EC-6F24BCB404F7}"/>
              </a:ext>
            </a:extLst>
          </p:cNvPr>
          <p:cNvCxnSpPr>
            <a:cxnSpLocks/>
            <a:stCxn id="17" idx="3"/>
            <a:endCxn id="19" idx="0"/>
          </p:cNvCxnSpPr>
          <p:nvPr/>
        </p:nvCxnSpPr>
        <p:spPr>
          <a:xfrm flipH="1">
            <a:off x="3851920" y="3881033"/>
            <a:ext cx="465492" cy="305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5" name="Curved Connector 94">
            <a:extLst>
              <a:ext uri="{FF2B5EF4-FFF2-40B4-BE49-F238E27FC236}">
                <a16:creationId xmlns:a16="http://schemas.microsoft.com/office/drawing/2014/main" id="{D8AB2F2B-952E-7192-1040-0DA29BE196F8}"/>
              </a:ext>
            </a:extLst>
          </p:cNvPr>
          <p:cNvCxnSpPr>
            <a:cxnSpLocks/>
            <a:stCxn id="18" idx="6"/>
            <a:endCxn id="18" idx="7"/>
          </p:cNvCxnSpPr>
          <p:nvPr/>
        </p:nvCxnSpPr>
        <p:spPr>
          <a:xfrm flipH="1" flipV="1">
            <a:off x="5546667" y="4291682"/>
            <a:ext cx="105453" cy="254587"/>
          </a:xfrm>
          <a:prstGeom prst="curvedConnector4">
            <a:avLst>
              <a:gd name="adj1" fmla="val -216779"/>
              <a:gd name="adj2" fmla="val 149753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04F405B-6129-D813-6EF2-686037FDA360}"/>
              </a:ext>
            </a:extLst>
          </p:cNvPr>
          <p:cNvCxnSpPr>
            <a:cxnSpLocks/>
            <a:stCxn id="26" idx="7"/>
            <a:endCxn id="18" idx="3"/>
          </p:cNvCxnSpPr>
          <p:nvPr/>
        </p:nvCxnSpPr>
        <p:spPr>
          <a:xfrm flipV="1">
            <a:off x="4826587" y="4800856"/>
            <a:ext cx="210906" cy="434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EFD6D06-92C1-1C01-64F8-97B1E68BFE3E}"/>
              </a:ext>
            </a:extLst>
          </p:cNvPr>
          <p:cNvCxnSpPr>
            <a:cxnSpLocks/>
            <a:stCxn id="18" idx="5"/>
            <a:endCxn id="27" idx="1"/>
          </p:cNvCxnSpPr>
          <p:nvPr/>
        </p:nvCxnSpPr>
        <p:spPr>
          <a:xfrm>
            <a:off x="5546667" y="4800856"/>
            <a:ext cx="210906" cy="434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3D2949E-2DF5-E165-9090-D0D1E2E495B9}"/>
              </a:ext>
            </a:extLst>
          </p:cNvPr>
          <p:cNvCxnSpPr>
            <a:cxnSpLocks/>
            <a:stCxn id="19" idx="5"/>
            <a:endCxn id="26" idx="1"/>
          </p:cNvCxnSpPr>
          <p:nvPr/>
        </p:nvCxnSpPr>
        <p:spPr>
          <a:xfrm>
            <a:off x="4106507" y="4800856"/>
            <a:ext cx="210906" cy="434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47A65F7-BBAB-AAB3-0EE2-8BB8EC343E56}"/>
              </a:ext>
            </a:extLst>
          </p:cNvPr>
          <p:cNvCxnSpPr>
            <a:cxnSpLocks/>
            <a:stCxn id="19" idx="3"/>
            <a:endCxn id="29" idx="7"/>
          </p:cNvCxnSpPr>
          <p:nvPr/>
        </p:nvCxnSpPr>
        <p:spPr>
          <a:xfrm flipH="1">
            <a:off x="3386427" y="4800856"/>
            <a:ext cx="210906" cy="434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54E8C497-765A-2DED-67CC-277F327AC346}"/>
              </a:ext>
            </a:extLst>
          </p:cNvPr>
          <p:cNvCxnSpPr>
            <a:cxnSpLocks/>
            <a:stCxn id="27" idx="6"/>
            <a:endCxn id="16" idx="6"/>
          </p:cNvCxnSpPr>
          <p:nvPr/>
        </p:nvCxnSpPr>
        <p:spPr>
          <a:xfrm flipH="1" flipV="1">
            <a:off x="4932040" y="2551912"/>
            <a:ext cx="1440160" cy="2937737"/>
          </a:xfrm>
          <a:prstGeom prst="bentConnector3">
            <a:avLst>
              <a:gd name="adj1" fmla="val -4745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2" name="Elbow Connector 151">
            <a:extLst>
              <a:ext uri="{FF2B5EF4-FFF2-40B4-BE49-F238E27FC236}">
                <a16:creationId xmlns:a16="http://schemas.microsoft.com/office/drawing/2014/main" id="{5E9E09CC-1213-E57A-4286-EEEC0E21D238}"/>
              </a:ext>
            </a:extLst>
          </p:cNvPr>
          <p:cNvCxnSpPr>
            <a:cxnSpLocks/>
            <a:stCxn id="29" idx="1"/>
            <a:endCxn id="16" idx="3"/>
          </p:cNvCxnSpPr>
          <p:nvPr/>
        </p:nvCxnSpPr>
        <p:spPr>
          <a:xfrm rot="5400000" flipH="1" flipV="1">
            <a:off x="2383052" y="3300701"/>
            <a:ext cx="2428563" cy="1440160"/>
          </a:xfrm>
          <a:prstGeom prst="bentConnector3">
            <a:avLst>
              <a:gd name="adj1" fmla="val 100073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3" name="Elbow Connector 152">
            <a:extLst>
              <a:ext uri="{FF2B5EF4-FFF2-40B4-BE49-F238E27FC236}">
                <a16:creationId xmlns:a16="http://schemas.microsoft.com/office/drawing/2014/main" id="{27C55481-9AB2-1C61-7BF4-807B72C22C02}"/>
              </a:ext>
            </a:extLst>
          </p:cNvPr>
          <p:cNvCxnSpPr>
            <a:cxnSpLocks/>
            <a:stCxn id="26" idx="4"/>
            <a:endCxn id="16" idx="1"/>
          </p:cNvCxnSpPr>
          <p:nvPr/>
        </p:nvCxnSpPr>
        <p:spPr>
          <a:xfrm rot="5400000" flipH="1">
            <a:off x="2668525" y="3946214"/>
            <a:ext cx="3552364" cy="254587"/>
          </a:xfrm>
          <a:prstGeom prst="bentConnector5">
            <a:avLst>
              <a:gd name="adj1" fmla="val -11212"/>
              <a:gd name="adj2" fmla="val 916229"/>
              <a:gd name="adj3" fmla="val 100066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F4756393-BA51-96EE-34A2-4526B8EF2E4B}"/>
              </a:ext>
            </a:extLst>
          </p:cNvPr>
          <p:cNvCxnSpPr>
            <a:cxnSpLocks/>
            <a:stCxn id="29" idx="2"/>
            <a:endCxn id="16" idx="2"/>
          </p:cNvCxnSpPr>
          <p:nvPr/>
        </p:nvCxnSpPr>
        <p:spPr>
          <a:xfrm rot="10800000" flipH="1">
            <a:off x="2771800" y="2551913"/>
            <a:ext cx="1440160" cy="2937737"/>
          </a:xfrm>
          <a:prstGeom prst="bentConnector3">
            <a:avLst>
              <a:gd name="adj1" fmla="val -15873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E38FBAE4-88CD-5AC2-2047-F5D7DBD02BB8}"/>
              </a:ext>
            </a:extLst>
          </p:cNvPr>
          <p:cNvCxnSpPr>
            <a:cxnSpLocks/>
            <a:stCxn id="27" idx="2"/>
            <a:endCxn id="26" idx="6"/>
          </p:cNvCxnSpPr>
          <p:nvPr/>
        </p:nvCxnSpPr>
        <p:spPr>
          <a:xfrm flipH="1">
            <a:off x="4932040" y="5489649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70" name="Curved Connector 169">
            <a:extLst>
              <a:ext uri="{FF2B5EF4-FFF2-40B4-BE49-F238E27FC236}">
                <a16:creationId xmlns:a16="http://schemas.microsoft.com/office/drawing/2014/main" id="{6C29219C-B294-8DA7-D46A-7EEA172F1CE9}"/>
              </a:ext>
            </a:extLst>
          </p:cNvPr>
          <p:cNvCxnSpPr>
            <a:cxnSpLocks/>
            <a:stCxn id="16" idx="7"/>
            <a:endCxn id="16" idx="0"/>
          </p:cNvCxnSpPr>
          <p:nvPr/>
        </p:nvCxnSpPr>
        <p:spPr>
          <a:xfrm rot="16200000" flipV="1">
            <a:off x="4646568" y="2117305"/>
            <a:ext cx="105453" cy="254587"/>
          </a:xfrm>
          <a:prstGeom prst="curvedConnector3">
            <a:avLst>
              <a:gd name="adj1" fmla="val 370415"/>
            </a:avLst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6E4B334C-BB02-0CF8-F7FF-916E7E071C48}"/>
              </a:ext>
            </a:extLst>
          </p:cNvPr>
          <p:cNvSpPr txBox="1"/>
          <p:nvPr/>
        </p:nvSpPr>
        <p:spPr>
          <a:xfrm>
            <a:off x="5059333" y="5397317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x=1/z=0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7D2DE3A-186A-A40D-28DA-1E8E24C2483F}"/>
              </a:ext>
            </a:extLst>
          </p:cNvPr>
          <p:cNvSpPr txBox="1"/>
          <p:nvPr/>
        </p:nvSpPr>
        <p:spPr>
          <a:xfrm>
            <a:off x="4672928" y="1987888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x=0/z=0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0D564186-5834-A2FB-7127-426B4ADA0BAC}"/>
              </a:ext>
            </a:extLst>
          </p:cNvPr>
          <p:cNvSpPr txBox="1"/>
          <p:nvPr/>
        </p:nvSpPr>
        <p:spPr>
          <a:xfrm>
            <a:off x="4312891" y="2958183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x=1/z=0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AEE780EC-DFA1-E5FB-D979-EB621CEC8DDA}"/>
              </a:ext>
            </a:extLst>
          </p:cNvPr>
          <p:cNvSpPr txBox="1"/>
          <p:nvPr/>
        </p:nvSpPr>
        <p:spPr>
          <a:xfrm>
            <a:off x="3794667" y="3905351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x=0/z=0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DE038A82-00A7-C44B-3590-B4D8068EC05F}"/>
              </a:ext>
            </a:extLst>
          </p:cNvPr>
          <p:cNvSpPr txBox="1"/>
          <p:nvPr/>
        </p:nvSpPr>
        <p:spPr>
          <a:xfrm>
            <a:off x="4826586" y="3913876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x=1/z=0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67D868DE-0ECE-70D4-691D-4DC6D23E2F89}"/>
              </a:ext>
            </a:extLst>
          </p:cNvPr>
          <p:cNvSpPr txBox="1"/>
          <p:nvPr/>
        </p:nvSpPr>
        <p:spPr>
          <a:xfrm>
            <a:off x="5393009" y="2461121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x=0/z=1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C39388B-9E22-1059-8FB3-9BECF388A721}"/>
              </a:ext>
            </a:extLst>
          </p:cNvPr>
          <p:cNvSpPr txBox="1"/>
          <p:nvPr/>
        </p:nvSpPr>
        <p:spPr>
          <a:xfrm>
            <a:off x="3330118" y="2201711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x=0/z=1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8AC6B902-F865-FAAC-D65E-E3069349A164}"/>
              </a:ext>
            </a:extLst>
          </p:cNvPr>
          <p:cNvSpPr txBox="1"/>
          <p:nvPr/>
        </p:nvSpPr>
        <p:spPr>
          <a:xfrm>
            <a:off x="3330118" y="2457457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x=0/z=0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801CE9F-D134-0F48-82C1-651CEB2FAC84}"/>
              </a:ext>
            </a:extLst>
          </p:cNvPr>
          <p:cNvSpPr txBox="1"/>
          <p:nvPr/>
        </p:nvSpPr>
        <p:spPr>
          <a:xfrm>
            <a:off x="3330117" y="2713203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x=1/z=1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FC1CBE9-7F07-2C7D-9C03-AE208FD31FEF}"/>
              </a:ext>
            </a:extLst>
          </p:cNvPr>
          <p:cNvSpPr txBox="1"/>
          <p:nvPr/>
        </p:nvSpPr>
        <p:spPr>
          <a:xfrm>
            <a:off x="5685240" y="4243649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x=1/z=0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5590D9ED-20C9-F931-514C-0E72A2AF9353}"/>
              </a:ext>
            </a:extLst>
          </p:cNvPr>
          <p:cNvSpPr txBox="1"/>
          <p:nvPr/>
        </p:nvSpPr>
        <p:spPr>
          <a:xfrm>
            <a:off x="5393009" y="4924556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x=0/z=0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DDAD5574-BEA9-38F0-89E1-2622B6AA7180}"/>
              </a:ext>
            </a:extLst>
          </p:cNvPr>
          <p:cNvSpPr txBox="1"/>
          <p:nvPr/>
        </p:nvSpPr>
        <p:spPr>
          <a:xfrm>
            <a:off x="4668406" y="4924556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x=1/z=0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5F14B5A6-A7EA-F82C-FB50-C969B6FAED19}"/>
              </a:ext>
            </a:extLst>
          </p:cNvPr>
          <p:cNvSpPr txBox="1"/>
          <p:nvPr/>
        </p:nvSpPr>
        <p:spPr>
          <a:xfrm>
            <a:off x="3970165" y="4919429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x=1/z=0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084041B-A995-BB3C-3686-0F9C6A188F6C}"/>
              </a:ext>
            </a:extLst>
          </p:cNvPr>
          <p:cNvSpPr txBox="1"/>
          <p:nvPr/>
        </p:nvSpPr>
        <p:spPr>
          <a:xfrm>
            <a:off x="3197357" y="4919429"/>
            <a:ext cx="518221" cy="1846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IL" sz="1200" dirty="0"/>
              <a:t>x=0/z=0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B9780FA-C02B-E5F6-212B-CB9FB02985CE}"/>
              </a:ext>
            </a:extLst>
          </p:cNvPr>
          <p:cNvSpPr txBox="1"/>
          <p:nvPr/>
        </p:nvSpPr>
        <p:spPr>
          <a:xfrm>
            <a:off x="6909241" y="1928373"/>
            <a:ext cx="2016224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>
            <a:defPPr>
              <a:defRPr lang="he-IL"/>
            </a:defPPr>
            <a:lvl1pPr algn="ctr">
              <a:defRPr sz="1200">
                <a:solidFill>
                  <a:schemeClr val="dk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cs typeface="+mn-cs"/>
              </a:defRPr>
            </a:lvl9pPr>
          </a:lstStyle>
          <a:p>
            <a:pPr rtl="1"/>
            <a:r>
              <a:rPr lang="he-IL" b="1" dirty="0"/>
              <a:t>דרישות:</a:t>
            </a:r>
          </a:p>
          <a:p>
            <a:pPr rtl="1"/>
            <a:r>
              <a:rPr lang="en-US" u="sng" dirty="0"/>
              <a:t>z=1</a:t>
            </a:r>
            <a:r>
              <a:rPr lang="he-IL" u="sng" dirty="0"/>
              <a:t> עבור:</a:t>
            </a:r>
          </a:p>
          <a:p>
            <a:pPr rtl="1"/>
            <a:r>
              <a:rPr lang="en-US" dirty="0"/>
              <a:t>1100,1010,1001</a:t>
            </a:r>
          </a:p>
          <a:p>
            <a:pPr rtl="1"/>
            <a:endParaRPr lang="en-US" dirty="0"/>
          </a:p>
          <a:p>
            <a:pPr rtl="1"/>
            <a:r>
              <a:rPr lang="he-IL" u="sng" dirty="0"/>
              <a:t>אחרי ש-</a:t>
            </a:r>
            <a:r>
              <a:rPr lang="he-IL" u="sng" dirty="0" err="1"/>
              <a:t>z</a:t>
            </a:r>
            <a:r>
              <a:rPr lang="en-US" u="sng" dirty="0"/>
              <a:t>=1</a:t>
            </a:r>
            <a:r>
              <a:rPr lang="he-IL" u="sng" dirty="0"/>
              <a:t>:</a:t>
            </a:r>
          </a:p>
          <a:p>
            <a:pPr rtl="1"/>
            <a:r>
              <a:rPr lang="he-IL" dirty="0"/>
              <a:t> חזרה למצב התחלתי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0025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6" grpId="0" animBg="1"/>
      <p:bldP spid="27" grpId="0" animBg="1"/>
      <p:bldP spid="29" grpId="0" animBg="1"/>
      <p:bldP spid="198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80728"/>
            <a:ext cx="7543800" cy="756633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2 - טבלת מצבים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9</a:t>
            </a:fld>
            <a:endParaRPr lang="he-IL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916832"/>
            <a:ext cx="234315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54D7ECD-2D77-66E6-C0EA-D705A7C9BBB6}"/>
              </a:ext>
            </a:extLst>
          </p:cNvPr>
          <p:cNvGrpSpPr/>
          <p:nvPr/>
        </p:nvGrpSpPr>
        <p:grpSpPr>
          <a:xfrm>
            <a:off x="1292746" y="1943193"/>
            <a:ext cx="3600400" cy="3861802"/>
            <a:chOff x="2771800" y="1987888"/>
            <a:chExt cx="3600400" cy="386180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AF7D6FF-6836-D5FC-9B55-0E92BDA0EE1D}"/>
                </a:ext>
              </a:extLst>
            </p:cNvPr>
            <p:cNvSpPr/>
            <p:nvPr/>
          </p:nvSpPr>
          <p:spPr>
            <a:xfrm>
              <a:off x="4211960" y="2191872"/>
              <a:ext cx="720080" cy="72008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IL" sz="1200" b="1" dirty="0"/>
                <a:t>A</a:t>
              </a:r>
            </a:p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/>
                <a:t>I</a:t>
              </a:r>
              <a:r>
                <a:rPr lang="en-IL" sz="1200" dirty="0"/>
                <a:t>dle state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CCC9C49-1F87-434E-46C3-6AFD56340301}"/>
                </a:ext>
              </a:extLst>
            </p:cNvPr>
            <p:cNvSpPr/>
            <p:nvPr/>
          </p:nvSpPr>
          <p:spPr>
            <a:xfrm>
              <a:off x="4211959" y="3266406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B</a:t>
              </a:r>
            </a:p>
            <a:p>
              <a:pPr algn="ctr"/>
              <a:r>
                <a:rPr lang="en-IL" sz="1200" dirty="0"/>
                <a:t>1 state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3D7CAD2-B4BE-26CB-B6E1-C809BDE8B6B7}"/>
                </a:ext>
              </a:extLst>
            </p:cNvPr>
            <p:cNvSpPr/>
            <p:nvPr/>
          </p:nvSpPr>
          <p:spPr>
            <a:xfrm>
              <a:off x="4932040" y="418622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C</a:t>
              </a:r>
            </a:p>
            <a:p>
              <a:pPr algn="ctr"/>
              <a:r>
                <a:rPr lang="en-IL" sz="1200" dirty="0"/>
                <a:t>11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21AB5C4-B959-8740-E5A3-1AEC9723D521}"/>
                </a:ext>
              </a:extLst>
            </p:cNvPr>
            <p:cNvSpPr/>
            <p:nvPr/>
          </p:nvSpPr>
          <p:spPr>
            <a:xfrm>
              <a:off x="3491880" y="418622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D</a:t>
              </a:r>
              <a:endParaRPr lang="en-IL" sz="1200" dirty="0"/>
            </a:p>
            <a:p>
              <a:pPr algn="ctr"/>
              <a:r>
                <a:rPr lang="en-IL" sz="1200" dirty="0"/>
                <a:t>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00FD7EF-D900-4642-B10E-FB8070986F33}"/>
                </a:ext>
              </a:extLst>
            </p:cNvPr>
            <p:cNvSpPr/>
            <p:nvPr/>
          </p:nvSpPr>
          <p:spPr>
            <a:xfrm>
              <a:off x="421196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G</a:t>
              </a:r>
              <a:endParaRPr lang="en-IL" sz="1200" dirty="0"/>
            </a:p>
            <a:p>
              <a:pPr algn="ctr"/>
              <a:r>
                <a:rPr lang="en-IL" sz="1200" dirty="0"/>
                <a:t>101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F6BF47-EFAC-F7B4-A82D-DAF31CD8D7CB}"/>
                </a:ext>
              </a:extLst>
            </p:cNvPr>
            <p:cNvSpPr/>
            <p:nvPr/>
          </p:nvSpPr>
          <p:spPr>
            <a:xfrm>
              <a:off x="565212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E</a:t>
              </a:r>
              <a:endParaRPr lang="en-IL" sz="1200" dirty="0"/>
            </a:p>
            <a:p>
              <a:pPr algn="ctr"/>
              <a:r>
                <a:rPr lang="en-IL" sz="1200" dirty="0"/>
                <a:t>110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BB14390-6BA6-1988-17BA-F90D02320A9E}"/>
                </a:ext>
              </a:extLst>
            </p:cNvPr>
            <p:cNvSpPr/>
            <p:nvPr/>
          </p:nvSpPr>
          <p:spPr>
            <a:xfrm>
              <a:off x="277180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F</a:t>
              </a:r>
            </a:p>
            <a:p>
              <a:pPr algn="ctr"/>
              <a:r>
                <a:rPr lang="en-IL" sz="1200" dirty="0"/>
                <a:t>100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C7D1376-02F5-C5D2-5E2B-E7F9DC5510BA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 flipH="1">
              <a:off x="4571999" y="2911952"/>
              <a:ext cx="1" cy="3544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71AD874-4359-1411-16FB-11C3D3DBA771}"/>
                </a:ext>
              </a:extLst>
            </p:cNvPr>
            <p:cNvCxnSpPr>
              <a:cxnSpLocks/>
              <a:stCxn id="8" idx="5"/>
              <a:endCxn id="9" idx="0"/>
            </p:cNvCxnSpPr>
            <p:nvPr/>
          </p:nvCxnSpPr>
          <p:spPr>
            <a:xfrm>
              <a:off x="4826586" y="3881033"/>
              <a:ext cx="465494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F54F8B5-548E-CAAB-CFBB-760C09FA36A3}"/>
                </a:ext>
              </a:extLst>
            </p:cNvPr>
            <p:cNvCxnSpPr>
              <a:cxnSpLocks/>
              <a:stCxn id="8" idx="3"/>
              <a:endCxn id="10" idx="0"/>
            </p:cNvCxnSpPr>
            <p:nvPr/>
          </p:nvCxnSpPr>
          <p:spPr>
            <a:xfrm flipH="1">
              <a:off x="3851920" y="3881033"/>
              <a:ext cx="465492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F715A7B5-13AD-2C8F-3798-FD6F72EDACCF}"/>
                </a:ext>
              </a:extLst>
            </p:cNvPr>
            <p:cNvCxnSpPr>
              <a:cxnSpLocks/>
              <a:stCxn id="9" idx="6"/>
              <a:endCxn id="9" idx="7"/>
            </p:cNvCxnSpPr>
            <p:nvPr/>
          </p:nvCxnSpPr>
          <p:spPr>
            <a:xfrm flipH="1" flipV="1">
              <a:off x="5546667" y="4291682"/>
              <a:ext cx="105453" cy="254587"/>
            </a:xfrm>
            <a:prstGeom prst="curvedConnector4">
              <a:avLst>
                <a:gd name="adj1" fmla="val -216779"/>
                <a:gd name="adj2" fmla="val 14975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E1A0F22-0214-04C2-E477-20B5A8E8A937}"/>
                </a:ext>
              </a:extLst>
            </p:cNvPr>
            <p:cNvCxnSpPr>
              <a:cxnSpLocks/>
              <a:stCxn id="11" idx="7"/>
              <a:endCxn id="9" idx="3"/>
            </p:cNvCxnSpPr>
            <p:nvPr/>
          </p:nvCxnSpPr>
          <p:spPr>
            <a:xfrm flipV="1">
              <a:off x="482658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B7BFB8B-A782-CE58-FD71-70CB2FFEEC62}"/>
                </a:ext>
              </a:extLst>
            </p:cNvPr>
            <p:cNvCxnSpPr>
              <a:cxnSpLocks/>
              <a:stCxn id="9" idx="5"/>
              <a:endCxn id="12" idx="1"/>
            </p:cNvCxnSpPr>
            <p:nvPr/>
          </p:nvCxnSpPr>
          <p:spPr>
            <a:xfrm>
              <a:off x="554666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0A24039-504C-FE20-0443-FE09DB87A7C9}"/>
                </a:ext>
              </a:extLst>
            </p:cNvPr>
            <p:cNvCxnSpPr>
              <a:cxnSpLocks/>
              <a:stCxn id="10" idx="5"/>
              <a:endCxn id="11" idx="1"/>
            </p:cNvCxnSpPr>
            <p:nvPr/>
          </p:nvCxnSpPr>
          <p:spPr>
            <a:xfrm>
              <a:off x="410650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6ABE220-8E6D-77F6-B529-A48E6E2C2CB7}"/>
                </a:ext>
              </a:extLst>
            </p:cNvPr>
            <p:cNvCxnSpPr>
              <a:cxnSpLocks/>
              <a:stCxn id="10" idx="3"/>
              <a:endCxn id="13" idx="7"/>
            </p:cNvCxnSpPr>
            <p:nvPr/>
          </p:nvCxnSpPr>
          <p:spPr>
            <a:xfrm flipH="1">
              <a:off x="338642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317847E0-FECD-A951-6C3B-483013DE348C}"/>
                </a:ext>
              </a:extLst>
            </p:cNvPr>
            <p:cNvCxnSpPr>
              <a:cxnSpLocks/>
              <a:stCxn id="12" idx="6"/>
              <a:endCxn id="7" idx="6"/>
            </p:cNvCxnSpPr>
            <p:nvPr/>
          </p:nvCxnSpPr>
          <p:spPr>
            <a:xfrm flipH="1" flipV="1">
              <a:off x="4932040" y="2551912"/>
              <a:ext cx="1440160" cy="2937737"/>
            </a:xfrm>
            <a:prstGeom prst="bentConnector3">
              <a:avLst>
                <a:gd name="adj1" fmla="val -474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DA286C7C-64FE-B0FF-3269-4629D8FA2126}"/>
                </a:ext>
              </a:extLst>
            </p:cNvPr>
            <p:cNvCxnSpPr>
              <a:cxnSpLocks/>
              <a:stCxn id="13" idx="1"/>
              <a:endCxn id="7" idx="3"/>
            </p:cNvCxnSpPr>
            <p:nvPr/>
          </p:nvCxnSpPr>
          <p:spPr>
            <a:xfrm rot="5400000" flipH="1" flipV="1">
              <a:off x="2383052" y="3300701"/>
              <a:ext cx="2428563" cy="1440160"/>
            </a:xfrm>
            <a:prstGeom prst="bentConnector3">
              <a:avLst>
                <a:gd name="adj1" fmla="val 1000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DAEA71D0-0A06-82F6-2F32-CC450D86D64E}"/>
                </a:ext>
              </a:extLst>
            </p:cNvPr>
            <p:cNvCxnSpPr>
              <a:cxnSpLocks/>
              <a:stCxn id="11" idx="4"/>
              <a:endCxn id="7" idx="1"/>
            </p:cNvCxnSpPr>
            <p:nvPr/>
          </p:nvCxnSpPr>
          <p:spPr>
            <a:xfrm rot="5400000" flipH="1">
              <a:off x="2668525" y="3946214"/>
              <a:ext cx="3552364" cy="254587"/>
            </a:xfrm>
            <a:prstGeom prst="bentConnector5">
              <a:avLst>
                <a:gd name="adj1" fmla="val -11212"/>
                <a:gd name="adj2" fmla="val 916229"/>
                <a:gd name="adj3" fmla="val 10006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51829501-17BC-1693-7019-D7BB5735DD3D}"/>
                </a:ext>
              </a:extLst>
            </p:cNvPr>
            <p:cNvCxnSpPr>
              <a:cxnSpLocks/>
              <a:stCxn id="13" idx="2"/>
              <a:endCxn id="7" idx="2"/>
            </p:cNvCxnSpPr>
            <p:nvPr/>
          </p:nvCxnSpPr>
          <p:spPr>
            <a:xfrm rot="10800000" flipH="1">
              <a:off x="2771800" y="2551913"/>
              <a:ext cx="1440160" cy="2937737"/>
            </a:xfrm>
            <a:prstGeom prst="bentConnector3">
              <a:avLst>
                <a:gd name="adj1" fmla="val -158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F5C6A74-B385-79DE-5564-A4674B80AAA5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>
              <a:off x="4932040" y="5489649"/>
              <a:ext cx="720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CA6FA0A9-70D4-A432-3DC1-7CCA9310E71E}"/>
                </a:ext>
              </a:extLst>
            </p:cNvPr>
            <p:cNvCxnSpPr>
              <a:cxnSpLocks/>
              <a:stCxn id="7" idx="7"/>
              <a:endCxn id="7" idx="0"/>
            </p:cNvCxnSpPr>
            <p:nvPr/>
          </p:nvCxnSpPr>
          <p:spPr>
            <a:xfrm rot="16200000" flipV="1">
              <a:off x="4646568" y="2117305"/>
              <a:ext cx="105453" cy="254587"/>
            </a:xfrm>
            <a:prstGeom prst="curvedConnector3">
              <a:avLst>
                <a:gd name="adj1" fmla="val 37041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31DAA9-6140-14BB-4B63-109908008184}"/>
                </a:ext>
              </a:extLst>
            </p:cNvPr>
            <p:cNvSpPr txBox="1"/>
            <p:nvPr/>
          </p:nvSpPr>
          <p:spPr>
            <a:xfrm>
              <a:off x="5059333" y="539731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85BF907-B0BB-8FE5-C8DF-9ADA14CBE48C}"/>
                </a:ext>
              </a:extLst>
            </p:cNvPr>
            <p:cNvSpPr txBox="1"/>
            <p:nvPr/>
          </p:nvSpPr>
          <p:spPr>
            <a:xfrm>
              <a:off x="4672928" y="1987888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B4C685A-2812-229D-6783-8AFD56B53858}"/>
                </a:ext>
              </a:extLst>
            </p:cNvPr>
            <p:cNvSpPr txBox="1"/>
            <p:nvPr/>
          </p:nvSpPr>
          <p:spPr>
            <a:xfrm>
              <a:off x="4312891" y="295818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B0638FB-95FB-2F8B-90E2-D70623D2DDDA}"/>
                </a:ext>
              </a:extLst>
            </p:cNvPr>
            <p:cNvSpPr txBox="1"/>
            <p:nvPr/>
          </p:nvSpPr>
          <p:spPr>
            <a:xfrm>
              <a:off x="3794667" y="390535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15D126E-C957-C1BE-8259-DF01E1985838}"/>
                </a:ext>
              </a:extLst>
            </p:cNvPr>
            <p:cNvSpPr txBox="1"/>
            <p:nvPr/>
          </p:nvSpPr>
          <p:spPr>
            <a:xfrm>
              <a:off x="4826586" y="391387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1E9D187-9882-2166-FCD5-2392FD801EEB}"/>
                </a:ext>
              </a:extLst>
            </p:cNvPr>
            <p:cNvSpPr txBox="1"/>
            <p:nvPr/>
          </p:nvSpPr>
          <p:spPr>
            <a:xfrm>
              <a:off x="5393009" y="246112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BB31A1C-6705-5972-E7CB-3993BE711A41}"/>
                </a:ext>
              </a:extLst>
            </p:cNvPr>
            <p:cNvSpPr txBox="1"/>
            <p:nvPr/>
          </p:nvSpPr>
          <p:spPr>
            <a:xfrm>
              <a:off x="3330118" y="220171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EB04085-28EF-A0E4-B821-7D5339FFB6DF}"/>
                </a:ext>
              </a:extLst>
            </p:cNvPr>
            <p:cNvSpPr txBox="1"/>
            <p:nvPr/>
          </p:nvSpPr>
          <p:spPr>
            <a:xfrm>
              <a:off x="3330118" y="245745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DC7AF41-8AD3-1883-D15C-FDFC21976491}"/>
                </a:ext>
              </a:extLst>
            </p:cNvPr>
            <p:cNvSpPr txBox="1"/>
            <p:nvPr/>
          </p:nvSpPr>
          <p:spPr>
            <a:xfrm>
              <a:off x="3330117" y="271320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F0EC2C6-A1C2-5443-C705-7739D18E3137}"/>
                </a:ext>
              </a:extLst>
            </p:cNvPr>
            <p:cNvSpPr txBox="1"/>
            <p:nvPr/>
          </p:nvSpPr>
          <p:spPr>
            <a:xfrm>
              <a:off x="5685240" y="424364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36CFFE0-6669-71E5-9EF3-58D08F8C7ABC}"/>
                </a:ext>
              </a:extLst>
            </p:cNvPr>
            <p:cNvSpPr txBox="1"/>
            <p:nvPr/>
          </p:nvSpPr>
          <p:spPr>
            <a:xfrm>
              <a:off x="5393009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AA4C9AA-7E19-7394-3C6A-0CBD252086A3}"/>
                </a:ext>
              </a:extLst>
            </p:cNvPr>
            <p:cNvSpPr txBox="1"/>
            <p:nvPr/>
          </p:nvSpPr>
          <p:spPr>
            <a:xfrm>
              <a:off x="4668406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2A5C5D-CEF7-8BFF-28F5-FF1BC16AF46A}"/>
                </a:ext>
              </a:extLst>
            </p:cNvPr>
            <p:cNvSpPr txBox="1"/>
            <p:nvPr/>
          </p:nvSpPr>
          <p:spPr>
            <a:xfrm>
              <a:off x="3970165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CF5E828-24DE-ABE1-31E8-721CDF7BDB88}"/>
                </a:ext>
              </a:extLst>
            </p:cNvPr>
            <p:cNvSpPr txBox="1"/>
            <p:nvPr/>
          </p:nvSpPr>
          <p:spPr>
            <a:xfrm>
              <a:off x="3197357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0A226CF4-7029-4243-768D-DF5A1E92BAAD}"/>
              </a:ext>
            </a:extLst>
          </p:cNvPr>
          <p:cNvSpPr/>
          <p:nvPr/>
        </p:nvSpPr>
        <p:spPr>
          <a:xfrm>
            <a:off x="5580112" y="3429000"/>
            <a:ext cx="2271142" cy="26788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EF91C-27C8-860C-15DF-93B58C62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450D-EFA2-4BCC-FF7D-A92C1A7B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980728"/>
            <a:ext cx="7543800" cy="756633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2 - טבלת מצבים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25BF9-4976-7610-AA08-EF2F23B1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10</a:t>
            </a:fld>
            <a:endParaRPr lang="he-IL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6E7D7F65-D9D6-FC0C-F450-BD1DC098F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916832"/>
            <a:ext cx="234315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B555CFF-5C6E-C7D2-721F-14414F96CA98}"/>
              </a:ext>
            </a:extLst>
          </p:cNvPr>
          <p:cNvGrpSpPr/>
          <p:nvPr/>
        </p:nvGrpSpPr>
        <p:grpSpPr>
          <a:xfrm>
            <a:off x="1292746" y="1943193"/>
            <a:ext cx="3600400" cy="3861802"/>
            <a:chOff x="2771800" y="1987888"/>
            <a:chExt cx="3600400" cy="386180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CA35570-09C1-A2BD-5D2E-D014661EFBBC}"/>
                </a:ext>
              </a:extLst>
            </p:cNvPr>
            <p:cNvSpPr/>
            <p:nvPr/>
          </p:nvSpPr>
          <p:spPr>
            <a:xfrm>
              <a:off x="4211960" y="2191872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IL" sz="1200" b="1" dirty="0"/>
                <a:t>A</a:t>
              </a:r>
            </a:p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/>
                <a:t>I</a:t>
              </a:r>
              <a:r>
                <a:rPr lang="en-IL" sz="1200" dirty="0"/>
                <a:t>dle state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E6447C5-FE09-08A1-6ABF-74AB6B8EF224}"/>
                </a:ext>
              </a:extLst>
            </p:cNvPr>
            <p:cNvSpPr/>
            <p:nvPr/>
          </p:nvSpPr>
          <p:spPr>
            <a:xfrm>
              <a:off x="4211959" y="3266406"/>
              <a:ext cx="720080" cy="72008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B</a:t>
              </a:r>
            </a:p>
            <a:p>
              <a:pPr algn="ctr"/>
              <a:r>
                <a:rPr lang="en-IL" sz="1200" dirty="0"/>
                <a:t>1 state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821AD21-9409-C926-D4FB-C94408B26913}"/>
                </a:ext>
              </a:extLst>
            </p:cNvPr>
            <p:cNvSpPr/>
            <p:nvPr/>
          </p:nvSpPr>
          <p:spPr>
            <a:xfrm>
              <a:off x="4932040" y="418622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C</a:t>
              </a:r>
            </a:p>
            <a:p>
              <a:pPr algn="ctr"/>
              <a:r>
                <a:rPr lang="en-IL" sz="1200" dirty="0"/>
                <a:t>11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0FC18AB-AC04-0434-B5D2-FE16C5553BD7}"/>
                </a:ext>
              </a:extLst>
            </p:cNvPr>
            <p:cNvSpPr/>
            <p:nvPr/>
          </p:nvSpPr>
          <p:spPr>
            <a:xfrm>
              <a:off x="3491880" y="418622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D</a:t>
              </a:r>
              <a:endParaRPr lang="en-IL" sz="1200" dirty="0"/>
            </a:p>
            <a:p>
              <a:pPr algn="ctr"/>
              <a:r>
                <a:rPr lang="en-IL" sz="1200" dirty="0"/>
                <a:t>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0B66FB2-40D4-93E2-6BCB-3F1911AA5946}"/>
                </a:ext>
              </a:extLst>
            </p:cNvPr>
            <p:cNvSpPr/>
            <p:nvPr/>
          </p:nvSpPr>
          <p:spPr>
            <a:xfrm>
              <a:off x="421196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G</a:t>
              </a:r>
              <a:endParaRPr lang="en-IL" sz="1200" dirty="0"/>
            </a:p>
            <a:p>
              <a:pPr algn="ctr"/>
              <a:r>
                <a:rPr lang="en-IL" sz="1200" dirty="0"/>
                <a:t>101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0A07E1A-EB08-9CEE-EEDF-0ACF25D47FA4}"/>
                </a:ext>
              </a:extLst>
            </p:cNvPr>
            <p:cNvSpPr/>
            <p:nvPr/>
          </p:nvSpPr>
          <p:spPr>
            <a:xfrm>
              <a:off x="565212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E</a:t>
              </a:r>
              <a:endParaRPr lang="en-IL" sz="1200" dirty="0"/>
            </a:p>
            <a:p>
              <a:pPr algn="ctr"/>
              <a:r>
                <a:rPr lang="en-IL" sz="1200" dirty="0"/>
                <a:t>110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E76EB-2EFD-7059-A7E3-71C70CCB196C}"/>
                </a:ext>
              </a:extLst>
            </p:cNvPr>
            <p:cNvSpPr/>
            <p:nvPr/>
          </p:nvSpPr>
          <p:spPr>
            <a:xfrm>
              <a:off x="277180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F</a:t>
              </a:r>
            </a:p>
            <a:p>
              <a:pPr algn="ctr"/>
              <a:r>
                <a:rPr lang="en-IL" sz="1200" dirty="0"/>
                <a:t>100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BC1E3AA-C857-209C-91A0-AE90E8BAE111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 flipH="1">
              <a:off x="4571999" y="2911952"/>
              <a:ext cx="1" cy="3544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4D5302C-E69B-CD0C-9828-2BDEAA3A5C62}"/>
                </a:ext>
              </a:extLst>
            </p:cNvPr>
            <p:cNvCxnSpPr>
              <a:cxnSpLocks/>
              <a:stCxn id="8" idx="5"/>
              <a:endCxn id="9" idx="0"/>
            </p:cNvCxnSpPr>
            <p:nvPr/>
          </p:nvCxnSpPr>
          <p:spPr>
            <a:xfrm>
              <a:off x="4826586" y="3881033"/>
              <a:ext cx="465494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80D9FB0-359A-04B1-0F72-DB8FA92B7D23}"/>
                </a:ext>
              </a:extLst>
            </p:cNvPr>
            <p:cNvCxnSpPr>
              <a:cxnSpLocks/>
              <a:stCxn id="8" idx="3"/>
              <a:endCxn id="10" idx="0"/>
            </p:cNvCxnSpPr>
            <p:nvPr/>
          </p:nvCxnSpPr>
          <p:spPr>
            <a:xfrm flipH="1">
              <a:off x="3851920" y="3881033"/>
              <a:ext cx="465492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940640CB-7C6B-DAED-2063-7C2338A39139}"/>
                </a:ext>
              </a:extLst>
            </p:cNvPr>
            <p:cNvCxnSpPr>
              <a:cxnSpLocks/>
              <a:stCxn id="9" idx="6"/>
              <a:endCxn id="9" idx="7"/>
            </p:cNvCxnSpPr>
            <p:nvPr/>
          </p:nvCxnSpPr>
          <p:spPr>
            <a:xfrm flipH="1" flipV="1">
              <a:off x="5546667" y="4291682"/>
              <a:ext cx="105453" cy="254587"/>
            </a:xfrm>
            <a:prstGeom prst="curvedConnector4">
              <a:avLst>
                <a:gd name="adj1" fmla="val -216779"/>
                <a:gd name="adj2" fmla="val 14975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1254761-D915-D053-1DE9-D0A188009CFE}"/>
                </a:ext>
              </a:extLst>
            </p:cNvPr>
            <p:cNvCxnSpPr>
              <a:cxnSpLocks/>
              <a:stCxn id="11" idx="7"/>
              <a:endCxn id="9" idx="3"/>
            </p:cNvCxnSpPr>
            <p:nvPr/>
          </p:nvCxnSpPr>
          <p:spPr>
            <a:xfrm flipV="1">
              <a:off x="482658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59BCDEA-0FD9-01A5-1EE3-4840B2E4A750}"/>
                </a:ext>
              </a:extLst>
            </p:cNvPr>
            <p:cNvCxnSpPr>
              <a:cxnSpLocks/>
              <a:stCxn id="9" idx="5"/>
              <a:endCxn id="12" idx="1"/>
            </p:cNvCxnSpPr>
            <p:nvPr/>
          </p:nvCxnSpPr>
          <p:spPr>
            <a:xfrm>
              <a:off x="554666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9543B50-D5CB-D15E-9669-9676DBE1D594}"/>
                </a:ext>
              </a:extLst>
            </p:cNvPr>
            <p:cNvCxnSpPr>
              <a:cxnSpLocks/>
              <a:stCxn id="10" idx="5"/>
              <a:endCxn id="11" idx="1"/>
            </p:cNvCxnSpPr>
            <p:nvPr/>
          </p:nvCxnSpPr>
          <p:spPr>
            <a:xfrm>
              <a:off x="410650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50A2301-9F04-E129-8DE2-B1D4018F83A5}"/>
                </a:ext>
              </a:extLst>
            </p:cNvPr>
            <p:cNvCxnSpPr>
              <a:cxnSpLocks/>
              <a:stCxn id="10" idx="3"/>
              <a:endCxn id="13" idx="7"/>
            </p:cNvCxnSpPr>
            <p:nvPr/>
          </p:nvCxnSpPr>
          <p:spPr>
            <a:xfrm flipH="1">
              <a:off x="338642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B09B1E35-EE69-B2C3-C5CC-FCF60326DE91}"/>
                </a:ext>
              </a:extLst>
            </p:cNvPr>
            <p:cNvCxnSpPr>
              <a:cxnSpLocks/>
              <a:stCxn id="12" idx="6"/>
              <a:endCxn id="7" idx="6"/>
            </p:cNvCxnSpPr>
            <p:nvPr/>
          </p:nvCxnSpPr>
          <p:spPr>
            <a:xfrm flipH="1" flipV="1">
              <a:off x="4932040" y="2551912"/>
              <a:ext cx="1440160" cy="2937737"/>
            </a:xfrm>
            <a:prstGeom prst="bentConnector3">
              <a:avLst>
                <a:gd name="adj1" fmla="val -474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8501A7D6-CC32-38D2-7558-2B0AC87E1BCB}"/>
                </a:ext>
              </a:extLst>
            </p:cNvPr>
            <p:cNvCxnSpPr>
              <a:cxnSpLocks/>
              <a:stCxn id="13" idx="1"/>
              <a:endCxn id="7" idx="3"/>
            </p:cNvCxnSpPr>
            <p:nvPr/>
          </p:nvCxnSpPr>
          <p:spPr>
            <a:xfrm rot="5400000" flipH="1" flipV="1">
              <a:off x="2383052" y="3300701"/>
              <a:ext cx="2428563" cy="1440160"/>
            </a:xfrm>
            <a:prstGeom prst="bentConnector3">
              <a:avLst>
                <a:gd name="adj1" fmla="val 1000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AF768D8A-7AB5-82D6-859E-50DF8D9534B7}"/>
                </a:ext>
              </a:extLst>
            </p:cNvPr>
            <p:cNvCxnSpPr>
              <a:cxnSpLocks/>
              <a:stCxn id="11" idx="4"/>
              <a:endCxn id="7" idx="1"/>
            </p:cNvCxnSpPr>
            <p:nvPr/>
          </p:nvCxnSpPr>
          <p:spPr>
            <a:xfrm rot="5400000" flipH="1">
              <a:off x="2668525" y="3946214"/>
              <a:ext cx="3552364" cy="254587"/>
            </a:xfrm>
            <a:prstGeom prst="bentConnector5">
              <a:avLst>
                <a:gd name="adj1" fmla="val -11212"/>
                <a:gd name="adj2" fmla="val 916229"/>
                <a:gd name="adj3" fmla="val 10006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84C32F5D-D673-071F-78B8-98286B036A6E}"/>
                </a:ext>
              </a:extLst>
            </p:cNvPr>
            <p:cNvCxnSpPr>
              <a:cxnSpLocks/>
              <a:stCxn id="13" idx="2"/>
              <a:endCxn id="7" idx="2"/>
            </p:cNvCxnSpPr>
            <p:nvPr/>
          </p:nvCxnSpPr>
          <p:spPr>
            <a:xfrm rot="10800000" flipH="1">
              <a:off x="2771800" y="2551913"/>
              <a:ext cx="1440160" cy="2937737"/>
            </a:xfrm>
            <a:prstGeom prst="bentConnector3">
              <a:avLst>
                <a:gd name="adj1" fmla="val -158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BEDB9C9-0696-9831-3B01-79D4ED74A8E2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>
              <a:off x="4932040" y="5489649"/>
              <a:ext cx="720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0F1E0622-D5A4-0388-DFB3-05D43EBA3188}"/>
                </a:ext>
              </a:extLst>
            </p:cNvPr>
            <p:cNvCxnSpPr>
              <a:cxnSpLocks/>
              <a:stCxn id="7" idx="7"/>
              <a:endCxn id="7" idx="0"/>
            </p:cNvCxnSpPr>
            <p:nvPr/>
          </p:nvCxnSpPr>
          <p:spPr>
            <a:xfrm rot="16200000" flipV="1">
              <a:off x="4646568" y="2117305"/>
              <a:ext cx="105453" cy="254587"/>
            </a:xfrm>
            <a:prstGeom prst="curvedConnector3">
              <a:avLst>
                <a:gd name="adj1" fmla="val 37041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8B71B56-47F6-1DFA-1C0D-CDE19B4AD520}"/>
                </a:ext>
              </a:extLst>
            </p:cNvPr>
            <p:cNvSpPr txBox="1"/>
            <p:nvPr/>
          </p:nvSpPr>
          <p:spPr>
            <a:xfrm>
              <a:off x="5059333" y="539731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8AAF0CF-253B-3D1A-90CE-17B544FDE016}"/>
                </a:ext>
              </a:extLst>
            </p:cNvPr>
            <p:cNvSpPr txBox="1"/>
            <p:nvPr/>
          </p:nvSpPr>
          <p:spPr>
            <a:xfrm>
              <a:off x="4672928" y="1987888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9378C17-611B-F388-D7FB-161974938595}"/>
                </a:ext>
              </a:extLst>
            </p:cNvPr>
            <p:cNvSpPr txBox="1"/>
            <p:nvPr/>
          </p:nvSpPr>
          <p:spPr>
            <a:xfrm>
              <a:off x="4312891" y="295818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049DFB4-59C0-B883-152D-ABA5032D2BDB}"/>
                </a:ext>
              </a:extLst>
            </p:cNvPr>
            <p:cNvSpPr txBox="1"/>
            <p:nvPr/>
          </p:nvSpPr>
          <p:spPr>
            <a:xfrm>
              <a:off x="3794667" y="390535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24BEA8A-4406-09F5-154F-369ACF9F74B5}"/>
                </a:ext>
              </a:extLst>
            </p:cNvPr>
            <p:cNvSpPr txBox="1"/>
            <p:nvPr/>
          </p:nvSpPr>
          <p:spPr>
            <a:xfrm>
              <a:off x="4826586" y="391387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AD38195-E619-5BB7-4B24-80964B36EC9D}"/>
                </a:ext>
              </a:extLst>
            </p:cNvPr>
            <p:cNvSpPr txBox="1"/>
            <p:nvPr/>
          </p:nvSpPr>
          <p:spPr>
            <a:xfrm>
              <a:off x="5393009" y="246112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7396037-1833-376F-429E-594773192107}"/>
                </a:ext>
              </a:extLst>
            </p:cNvPr>
            <p:cNvSpPr txBox="1"/>
            <p:nvPr/>
          </p:nvSpPr>
          <p:spPr>
            <a:xfrm>
              <a:off x="3330118" y="220171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DEEEEA4-544F-A88B-7E97-DC1CAD534868}"/>
                </a:ext>
              </a:extLst>
            </p:cNvPr>
            <p:cNvSpPr txBox="1"/>
            <p:nvPr/>
          </p:nvSpPr>
          <p:spPr>
            <a:xfrm>
              <a:off x="3330118" y="245745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F5A5FEA-DC4F-28C2-8733-03C6C1540B1E}"/>
                </a:ext>
              </a:extLst>
            </p:cNvPr>
            <p:cNvSpPr txBox="1"/>
            <p:nvPr/>
          </p:nvSpPr>
          <p:spPr>
            <a:xfrm>
              <a:off x="3330117" y="271320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63FBFA7-0E48-44C4-A21E-3367D1457734}"/>
                </a:ext>
              </a:extLst>
            </p:cNvPr>
            <p:cNvSpPr txBox="1"/>
            <p:nvPr/>
          </p:nvSpPr>
          <p:spPr>
            <a:xfrm>
              <a:off x="5685240" y="424364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3B083E6-68B3-5015-0AD6-472476AACB7A}"/>
                </a:ext>
              </a:extLst>
            </p:cNvPr>
            <p:cNvSpPr txBox="1"/>
            <p:nvPr/>
          </p:nvSpPr>
          <p:spPr>
            <a:xfrm>
              <a:off x="5393009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8C9723-E545-6451-B2AB-75B378515BD9}"/>
                </a:ext>
              </a:extLst>
            </p:cNvPr>
            <p:cNvSpPr txBox="1"/>
            <p:nvPr/>
          </p:nvSpPr>
          <p:spPr>
            <a:xfrm>
              <a:off x="4668406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2E17026-5192-57E1-2158-117E19D8A4A3}"/>
                </a:ext>
              </a:extLst>
            </p:cNvPr>
            <p:cNvSpPr txBox="1"/>
            <p:nvPr/>
          </p:nvSpPr>
          <p:spPr>
            <a:xfrm>
              <a:off x="3970165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6D4A4-568F-C60E-825F-25B2B1B5718B}"/>
                </a:ext>
              </a:extLst>
            </p:cNvPr>
            <p:cNvSpPr txBox="1"/>
            <p:nvPr/>
          </p:nvSpPr>
          <p:spPr>
            <a:xfrm>
              <a:off x="3197357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8DD822A-E658-51AB-01FF-661A4B390880}"/>
              </a:ext>
            </a:extLst>
          </p:cNvPr>
          <p:cNvSpPr/>
          <p:nvPr/>
        </p:nvSpPr>
        <p:spPr>
          <a:xfrm>
            <a:off x="5580112" y="3869180"/>
            <a:ext cx="2271142" cy="22386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431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649BA-69C5-DDFA-DD13-C93DDDDED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CFDA-1498-C5EE-9059-C76CD8F0C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980728"/>
            <a:ext cx="7543800" cy="756633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2 - טבלת מצבים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B2E7A-E9E2-C3EE-26FD-15531C93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11</a:t>
            </a:fld>
            <a:endParaRPr lang="he-IL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320EDA3D-0661-68D1-34F9-47F13036A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916832"/>
            <a:ext cx="234315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72E5A8F-34AB-D2BF-660A-AFAAC21EAE02}"/>
              </a:ext>
            </a:extLst>
          </p:cNvPr>
          <p:cNvGrpSpPr/>
          <p:nvPr/>
        </p:nvGrpSpPr>
        <p:grpSpPr>
          <a:xfrm>
            <a:off x="1292746" y="1943193"/>
            <a:ext cx="3600400" cy="3861802"/>
            <a:chOff x="2771800" y="1987888"/>
            <a:chExt cx="3600400" cy="386180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37F5DBF-5441-23B2-403A-8904B3219E2B}"/>
                </a:ext>
              </a:extLst>
            </p:cNvPr>
            <p:cNvSpPr/>
            <p:nvPr/>
          </p:nvSpPr>
          <p:spPr>
            <a:xfrm>
              <a:off x="4211960" y="2191872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IL" sz="1200" b="1" dirty="0"/>
                <a:t>A</a:t>
              </a:r>
            </a:p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/>
                <a:t>I</a:t>
              </a:r>
              <a:r>
                <a:rPr lang="en-IL" sz="1200" dirty="0"/>
                <a:t>dle state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52AB968-5220-ADC2-2FD4-7DCDAB3B7E60}"/>
                </a:ext>
              </a:extLst>
            </p:cNvPr>
            <p:cNvSpPr/>
            <p:nvPr/>
          </p:nvSpPr>
          <p:spPr>
            <a:xfrm>
              <a:off x="4211959" y="3266406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B</a:t>
              </a:r>
            </a:p>
            <a:p>
              <a:pPr algn="ctr"/>
              <a:r>
                <a:rPr lang="en-IL" sz="1200" dirty="0"/>
                <a:t>1 state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0D37F8A-9973-2BF8-95A0-87EC8ED5958F}"/>
                </a:ext>
              </a:extLst>
            </p:cNvPr>
            <p:cNvSpPr/>
            <p:nvPr/>
          </p:nvSpPr>
          <p:spPr>
            <a:xfrm>
              <a:off x="4932040" y="4186229"/>
              <a:ext cx="720080" cy="72008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C</a:t>
              </a:r>
            </a:p>
            <a:p>
              <a:pPr algn="ctr"/>
              <a:r>
                <a:rPr lang="en-IL" sz="1200" dirty="0"/>
                <a:t>11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87342AC-DF51-18E8-BFD3-091A90B0E9BC}"/>
                </a:ext>
              </a:extLst>
            </p:cNvPr>
            <p:cNvSpPr/>
            <p:nvPr/>
          </p:nvSpPr>
          <p:spPr>
            <a:xfrm>
              <a:off x="3491880" y="418622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D</a:t>
              </a:r>
              <a:endParaRPr lang="en-IL" sz="1200" dirty="0"/>
            </a:p>
            <a:p>
              <a:pPr algn="ctr"/>
              <a:r>
                <a:rPr lang="en-IL" sz="1200" dirty="0"/>
                <a:t>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B2CE24A-32CF-55E1-F445-128C907FF2B4}"/>
                </a:ext>
              </a:extLst>
            </p:cNvPr>
            <p:cNvSpPr/>
            <p:nvPr/>
          </p:nvSpPr>
          <p:spPr>
            <a:xfrm>
              <a:off x="421196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G</a:t>
              </a:r>
              <a:endParaRPr lang="en-IL" sz="1200" dirty="0"/>
            </a:p>
            <a:p>
              <a:pPr algn="ctr"/>
              <a:r>
                <a:rPr lang="en-IL" sz="1200" dirty="0"/>
                <a:t>101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412A8EF-2197-242F-5047-F99BD9DE2EB6}"/>
                </a:ext>
              </a:extLst>
            </p:cNvPr>
            <p:cNvSpPr/>
            <p:nvPr/>
          </p:nvSpPr>
          <p:spPr>
            <a:xfrm>
              <a:off x="565212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E</a:t>
              </a:r>
              <a:endParaRPr lang="en-IL" sz="1200" dirty="0"/>
            </a:p>
            <a:p>
              <a:pPr algn="ctr"/>
              <a:r>
                <a:rPr lang="en-IL" sz="1200" dirty="0"/>
                <a:t>110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50EBCDB-179A-900B-3204-80576224917A}"/>
                </a:ext>
              </a:extLst>
            </p:cNvPr>
            <p:cNvSpPr/>
            <p:nvPr/>
          </p:nvSpPr>
          <p:spPr>
            <a:xfrm>
              <a:off x="277180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F</a:t>
              </a:r>
            </a:p>
            <a:p>
              <a:pPr algn="ctr"/>
              <a:r>
                <a:rPr lang="en-IL" sz="1200" dirty="0"/>
                <a:t>100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48BE9AB-5C5A-EDF1-C2DB-27A2329BC6FC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 flipH="1">
              <a:off x="4571999" y="2911952"/>
              <a:ext cx="1" cy="3544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D77DD02-3679-38BC-CD4A-650C128A7AE5}"/>
                </a:ext>
              </a:extLst>
            </p:cNvPr>
            <p:cNvCxnSpPr>
              <a:cxnSpLocks/>
              <a:stCxn id="8" idx="5"/>
              <a:endCxn id="9" idx="0"/>
            </p:cNvCxnSpPr>
            <p:nvPr/>
          </p:nvCxnSpPr>
          <p:spPr>
            <a:xfrm>
              <a:off x="4826586" y="3881033"/>
              <a:ext cx="465494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0D20EE2-B265-6C50-B30E-83DF0B3E9229}"/>
                </a:ext>
              </a:extLst>
            </p:cNvPr>
            <p:cNvCxnSpPr>
              <a:cxnSpLocks/>
              <a:stCxn id="8" idx="3"/>
              <a:endCxn id="10" idx="0"/>
            </p:cNvCxnSpPr>
            <p:nvPr/>
          </p:nvCxnSpPr>
          <p:spPr>
            <a:xfrm flipH="1">
              <a:off x="3851920" y="3881033"/>
              <a:ext cx="465492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BE0E3753-7CC1-FE46-5118-9F37447E716F}"/>
                </a:ext>
              </a:extLst>
            </p:cNvPr>
            <p:cNvCxnSpPr>
              <a:cxnSpLocks/>
              <a:stCxn id="9" idx="6"/>
              <a:endCxn id="9" idx="7"/>
            </p:cNvCxnSpPr>
            <p:nvPr/>
          </p:nvCxnSpPr>
          <p:spPr>
            <a:xfrm flipH="1" flipV="1">
              <a:off x="5546667" y="4291682"/>
              <a:ext cx="105453" cy="254587"/>
            </a:xfrm>
            <a:prstGeom prst="curvedConnector4">
              <a:avLst>
                <a:gd name="adj1" fmla="val -216779"/>
                <a:gd name="adj2" fmla="val 14975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7995E70-7EBA-64F1-4A14-C75C8064A66D}"/>
                </a:ext>
              </a:extLst>
            </p:cNvPr>
            <p:cNvCxnSpPr>
              <a:cxnSpLocks/>
              <a:stCxn id="11" idx="7"/>
              <a:endCxn id="9" idx="3"/>
            </p:cNvCxnSpPr>
            <p:nvPr/>
          </p:nvCxnSpPr>
          <p:spPr>
            <a:xfrm flipV="1">
              <a:off x="482658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FDC9E0B-8D91-2B8E-2DA3-154B5ED3D10E}"/>
                </a:ext>
              </a:extLst>
            </p:cNvPr>
            <p:cNvCxnSpPr>
              <a:cxnSpLocks/>
              <a:stCxn id="9" idx="5"/>
              <a:endCxn id="12" idx="1"/>
            </p:cNvCxnSpPr>
            <p:nvPr/>
          </p:nvCxnSpPr>
          <p:spPr>
            <a:xfrm>
              <a:off x="554666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2F1E2D8-32D9-BDFA-0786-4E372A76F33A}"/>
                </a:ext>
              </a:extLst>
            </p:cNvPr>
            <p:cNvCxnSpPr>
              <a:cxnSpLocks/>
              <a:stCxn id="10" idx="5"/>
              <a:endCxn id="11" idx="1"/>
            </p:cNvCxnSpPr>
            <p:nvPr/>
          </p:nvCxnSpPr>
          <p:spPr>
            <a:xfrm>
              <a:off x="410650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607E2FD-3378-9447-0444-432639E7598B}"/>
                </a:ext>
              </a:extLst>
            </p:cNvPr>
            <p:cNvCxnSpPr>
              <a:cxnSpLocks/>
              <a:stCxn id="10" idx="3"/>
              <a:endCxn id="13" idx="7"/>
            </p:cNvCxnSpPr>
            <p:nvPr/>
          </p:nvCxnSpPr>
          <p:spPr>
            <a:xfrm flipH="1">
              <a:off x="338642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DC47C058-8EC6-FC20-5C1C-95BAFC5FC0E4}"/>
                </a:ext>
              </a:extLst>
            </p:cNvPr>
            <p:cNvCxnSpPr>
              <a:cxnSpLocks/>
              <a:stCxn id="12" idx="6"/>
              <a:endCxn id="7" idx="6"/>
            </p:cNvCxnSpPr>
            <p:nvPr/>
          </p:nvCxnSpPr>
          <p:spPr>
            <a:xfrm flipH="1" flipV="1">
              <a:off x="4932040" y="2551912"/>
              <a:ext cx="1440160" cy="2937737"/>
            </a:xfrm>
            <a:prstGeom prst="bentConnector3">
              <a:avLst>
                <a:gd name="adj1" fmla="val -474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E94CA54C-C435-8F35-2977-260CAEF1E793}"/>
                </a:ext>
              </a:extLst>
            </p:cNvPr>
            <p:cNvCxnSpPr>
              <a:cxnSpLocks/>
              <a:stCxn id="13" idx="1"/>
              <a:endCxn id="7" idx="3"/>
            </p:cNvCxnSpPr>
            <p:nvPr/>
          </p:nvCxnSpPr>
          <p:spPr>
            <a:xfrm rot="5400000" flipH="1" flipV="1">
              <a:off x="2383052" y="3300701"/>
              <a:ext cx="2428563" cy="1440160"/>
            </a:xfrm>
            <a:prstGeom prst="bentConnector3">
              <a:avLst>
                <a:gd name="adj1" fmla="val 1000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E1CC96E7-477D-2B06-CFEB-E1286CA3A5F2}"/>
                </a:ext>
              </a:extLst>
            </p:cNvPr>
            <p:cNvCxnSpPr>
              <a:cxnSpLocks/>
              <a:stCxn id="11" idx="4"/>
              <a:endCxn id="7" idx="1"/>
            </p:cNvCxnSpPr>
            <p:nvPr/>
          </p:nvCxnSpPr>
          <p:spPr>
            <a:xfrm rot="5400000" flipH="1">
              <a:off x="2668525" y="3946214"/>
              <a:ext cx="3552364" cy="254587"/>
            </a:xfrm>
            <a:prstGeom prst="bentConnector5">
              <a:avLst>
                <a:gd name="adj1" fmla="val -11212"/>
                <a:gd name="adj2" fmla="val 916229"/>
                <a:gd name="adj3" fmla="val 10006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9801EFD0-C202-9836-17B4-CD3A50E98EF6}"/>
                </a:ext>
              </a:extLst>
            </p:cNvPr>
            <p:cNvCxnSpPr>
              <a:cxnSpLocks/>
              <a:stCxn id="13" idx="2"/>
              <a:endCxn id="7" idx="2"/>
            </p:cNvCxnSpPr>
            <p:nvPr/>
          </p:nvCxnSpPr>
          <p:spPr>
            <a:xfrm rot="10800000" flipH="1">
              <a:off x="2771800" y="2551913"/>
              <a:ext cx="1440160" cy="2937737"/>
            </a:xfrm>
            <a:prstGeom prst="bentConnector3">
              <a:avLst>
                <a:gd name="adj1" fmla="val -158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DDF548E-E1B6-82D0-AE45-19E25A4A6F9B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>
              <a:off x="4932040" y="5489649"/>
              <a:ext cx="720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7E7DBB65-4957-671E-B7AA-FD52DD0ACBF5}"/>
                </a:ext>
              </a:extLst>
            </p:cNvPr>
            <p:cNvCxnSpPr>
              <a:cxnSpLocks/>
              <a:stCxn id="7" idx="7"/>
              <a:endCxn id="7" idx="0"/>
            </p:cNvCxnSpPr>
            <p:nvPr/>
          </p:nvCxnSpPr>
          <p:spPr>
            <a:xfrm rot="16200000" flipV="1">
              <a:off x="4646568" y="2117305"/>
              <a:ext cx="105453" cy="254587"/>
            </a:xfrm>
            <a:prstGeom prst="curvedConnector3">
              <a:avLst>
                <a:gd name="adj1" fmla="val 37041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6CE678B-E6D2-6FEF-A467-2B350A76E992}"/>
                </a:ext>
              </a:extLst>
            </p:cNvPr>
            <p:cNvSpPr txBox="1"/>
            <p:nvPr/>
          </p:nvSpPr>
          <p:spPr>
            <a:xfrm>
              <a:off x="5059333" y="539731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D421D1-6153-0882-6A54-01E3BEF6C557}"/>
                </a:ext>
              </a:extLst>
            </p:cNvPr>
            <p:cNvSpPr txBox="1"/>
            <p:nvPr/>
          </p:nvSpPr>
          <p:spPr>
            <a:xfrm>
              <a:off x="4672928" y="1987888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BD76376-097D-BC0E-2973-E802A654CB46}"/>
                </a:ext>
              </a:extLst>
            </p:cNvPr>
            <p:cNvSpPr txBox="1"/>
            <p:nvPr/>
          </p:nvSpPr>
          <p:spPr>
            <a:xfrm>
              <a:off x="4312891" y="295818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9AA1B04-FD5C-AAB0-C139-1D0145B0DEC8}"/>
                </a:ext>
              </a:extLst>
            </p:cNvPr>
            <p:cNvSpPr txBox="1"/>
            <p:nvPr/>
          </p:nvSpPr>
          <p:spPr>
            <a:xfrm>
              <a:off x="3794667" y="390535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BF649FB-63B0-4EB4-D0FC-D1A9C78777CA}"/>
                </a:ext>
              </a:extLst>
            </p:cNvPr>
            <p:cNvSpPr txBox="1"/>
            <p:nvPr/>
          </p:nvSpPr>
          <p:spPr>
            <a:xfrm>
              <a:off x="4826586" y="391387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50022F6-1088-17D2-946E-2472F3D11B93}"/>
                </a:ext>
              </a:extLst>
            </p:cNvPr>
            <p:cNvSpPr txBox="1"/>
            <p:nvPr/>
          </p:nvSpPr>
          <p:spPr>
            <a:xfrm>
              <a:off x="5393009" y="246112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602A277-9A1E-68E8-0E87-0657587E65F0}"/>
                </a:ext>
              </a:extLst>
            </p:cNvPr>
            <p:cNvSpPr txBox="1"/>
            <p:nvPr/>
          </p:nvSpPr>
          <p:spPr>
            <a:xfrm>
              <a:off x="3330118" y="220171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06F0DD8-90E3-962E-4DB1-2F0EC85E8981}"/>
                </a:ext>
              </a:extLst>
            </p:cNvPr>
            <p:cNvSpPr txBox="1"/>
            <p:nvPr/>
          </p:nvSpPr>
          <p:spPr>
            <a:xfrm>
              <a:off x="3330118" y="245745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5D7AB39-F37F-0E2A-2BDA-8FB95F4FD5B1}"/>
                </a:ext>
              </a:extLst>
            </p:cNvPr>
            <p:cNvSpPr txBox="1"/>
            <p:nvPr/>
          </p:nvSpPr>
          <p:spPr>
            <a:xfrm>
              <a:off x="3330117" y="271320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4414983-9E58-C0BA-02B4-3057A9150809}"/>
                </a:ext>
              </a:extLst>
            </p:cNvPr>
            <p:cNvSpPr txBox="1"/>
            <p:nvPr/>
          </p:nvSpPr>
          <p:spPr>
            <a:xfrm>
              <a:off x="5685240" y="424364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907FD92-30BB-F6A8-CB25-E5EB626D5E7B}"/>
                </a:ext>
              </a:extLst>
            </p:cNvPr>
            <p:cNvSpPr txBox="1"/>
            <p:nvPr/>
          </p:nvSpPr>
          <p:spPr>
            <a:xfrm>
              <a:off x="5393009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D64150E-AA05-D1C9-5752-A10F819A1621}"/>
                </a:ext>
              </a:extLst>
            </p:cNvPr>
            <p:cNvSpPr txBox="1"/>
            <p:nvPr/>
          </p:nvSpPr>
          <p:spPr>
            <a:xfrm>
              <a:off x="4668406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185D2DA-9EFF-4394-AE96-BD8D72F0D0E6}"/>
                </a:ext>
              </a:extLst>
            </p:cNvPr>
            <p:cNvSpPr txBox="1"/>
            <p:nvPr/>
          </p:nvSpPr>
          <p:spPr>
            <a:xfrm>
              <a:off x="3970165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66175C7-2102-1B0B-4013-9B0FCE5A0D02}"/>
                </a:ext>
              </a:extLst>
            </p:cNvPr>
            <p:cNvSpPr txBox="1"/>
            <p:nvPr/>
          </p:nvSpPr>
          <p:spPr>
            <a:xfrm>
              <a:off x="3197357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C3C96C6-6847-A348-EB8A-E9D7D1BA8AFA}"/>
              </a:ext>
            </a:extLst>
          </p:cNvPr>
          <p:cNvSpPr/>
          <p:nvPr/>
        </p:nvSpPr>
        <p:spPr>
          <a:xfrm>
            <a:off x="5580112" y="4383620"/>
            <a:ext cx="2271142" cy="17242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9951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3133D-FA34-D66E-181A-5847EECD0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6BD81-D9A9-93AE-B911-C310629C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980728"/>
            <a:ext cx="7543800" cy="756633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2 - טבלת מצבים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E00E5-02CE-4DFB-FD99-741AC63B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12</a:t>
            </a:fld>
            <a:endParaRPr lang="he-IL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1CC74FF2-5E6B-C2C0-6BA4-10B85007A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916832"/>
            <a:ext cx="234315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5AE39D7-2D87-A07B-DAE5-709F7CA214D7}"/>
              </a:ext>
            </a:extLst>
          </p:cNvPr>
          <p:cNvGrpSpPr/>
          <p:nvPr/>
        </p:nvGrpSpPr>
        <p:grpSpPr>
          <a:xfrm>
            <a:off x="1292746" y="1943193"/>
            <a:ext cx="3600400" cy="3861802"/>
            <a:chOff x="2771800" y="1987888"/>
            <a:chExt cx="3600400" cy="386180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512A84C-6E2C-2FD8-250F-3B659CBB6FFE}"/>
                </a:ext>
              </a:extLst>
            </p:cNvPr>
            <p:cNvSpPr/>
            <p:nvPr/>
          </p:nvSpPr>
          <p:spPr>
            <a:xfrm>
              <a:off x="4211960" y="2191872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IL" sz="1200" b="1" dirty="0"/>
                <a:t>A</a:t>
              </a:r>
            </a:p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/>
                <a:t>I</a:t>
              </a:r>
              <a:r>
                <a:rPr lang="en-IL" sz="1200" dirty="0"/>
                <a:t>dle state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9A35CD2-0126-5EBA-51F0-1EB208A7EB22}"/>
                </a:ext>
              </a:extLst>
            </p:cNvPr>
            <p:cNvSpPr/>
            <p:nvPr/>
          </p:nvSpPr>
          <p:spPr>
            <a:xfrm>
              <a:off x="4211959" y="3266406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B</a:t>
              </a:r>
            </a:p>
            <a:p>
              <a:pPr algn="ctr"/>
              <a:r>
                <a:rPr lang="en-IL" sz="1200" dirty="0"/>
                <a:t>1 state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C343CF2-21ED-2613-4D15-3E032C87E1F8}"/>
                </a:ext>
              </a:extLst>
            </p:cNvPr>
            <p:cNvSpPr/>
            <p:nvPr/>
          </p:nvSpPr>
          <p:spPr>
            <a:xfrm>
              <a:off x="4932040" y="418622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C</a:t>
              </a:r>
            </a:p>
            <a:p>
              <a:pPr algn="ctr"/>
              <a:r>
                <a:rPr lang="en-IL" sz="1200" dirty="0"/>
                <a:t>11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0571ED8-3BEF-14A6-8F73-8B3D66C3FB8A}"/>
                </a:ext>
              </a:extLst>
            </p:cNvPr>
            <p:cNvSpPr/>
            <p:nvPr/>
          </p:nvSpPr>
          <p:spPr>
            <a:xfrm>
              <a:off x="3491880" y="4186229"/>
              <a:ext cx="720080" cy="72008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D</a:t>
              </a:r>
              <a:endParaRPr lang="en-IL" sz="1200" dirty="0"/>
            </a:p>
            <a:p>
              <a:pPr algn="ctr"/>
              <a:r>
                <a:rPr lang="en-IL" sz="1200" dirty="0"/>
                <a:t>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2D55B3E-B696-D157-36A1-3EA3D78A7FE6}"/>
                </a:ext>
              </a:extLst>
            </p:cNvPr>
            <p:cNvSpPr/>
            <p:nvPr/>
          </p:nvSpPr>
          <p:spPr>
            <a:xfrm>
              <a:off x="421196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G</a:t>
              </a:r>
              <a:endParaRPr lang="en-IL" sz="1200" dirty="0"/>
            </a:p>
            <a:p>
              <a:pPr algn="ctr"/>
              <a:r>
                <a:rPr lang="en-IL" sz="1200" dirty="0"/>
                <a:t>101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57D374D-6B05-7473-8348-7138C23F1733}"/>
                </a:ext>
              </a:extLst>
            </p:cNvPr>
            <p:cNvSpPr/>
            <p:nvPr/>
          </p:nvSpPr>
          <p:spPr>
            <a:xfrm>
              <a:off x="565212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E</a:t>
              </a:r>
              <a:endParaRPr lang="en-IL" sz="1200" dirty="0"/>
            </a:p>
            <a:p>
              <a:pPr algn="ctr"/>
              <a:r>
                <a:rPr lang="en-IL" sz="1200" dirty="0"/>
                <a:t>110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982C4FF-991E-D9D1-CE92-F6D59E6743D1}"/>
                </a:ext>
              </a:extLst>
            </p:cNvPr>
            <p:cNvSpPr/>
            <p:nvPr/>
          </p:nvSpPr>
          <p:spPr>
            <a:xfrm>
              <a:off x="277180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F</a:t>
              </a:r>
            </a:p>
            <a:p>
              <a:pPr algn="ctr"/>
              <a:r>
                <a:rPr lang="en-IL" sz="1200" dirty="0"/>
                <a:t>100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4C495E3-FE27-EE65-6C70-0804F8CEA70B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 flipH="1">
              <a:off x="4571999" y="2911952"/>
              <a:ext cx="1" cy="3544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4DCA90F-89ED-F94C-55C2-EF5253184BF3}"/>
                </a:ext>
              </a:extLst>
            </p:cNvPr>
            <p:cNvCxnSpPr>
              <a:cxnSpLocks/>
              <a:stCxn id="8" idx="5"/>
              <a:endCxn id="9" idx="0"/>
            </p:cNvCxnSpPr>
            <p:nvPr/>
          </p:nvCxnSpPr>
          <p:spPr>
            <a:xfrm>
              <a:off x="4826586" y="3881033"/>
              <a:ext cx="465494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F540E55-D2D2-CB5B-6A1B-57A90E81A82E}"/>
                </a:ext>
              </a:extLst>
            </p:cNvPr>
            <p:cNvCxnSpPr>
              <a:cxnSpLocks/>
              <a:stCxn id="8" idx="3"/>
              <a:endCxn id="10" idx="0"/>
            </p:cNvCxnSpPr>
            <p:nvPr/>
          </p:nvCxnSpPr>
          <p:spPr>
            <a:xfrm flipH="1">
              <a:off x="3851920" y="3881033"/>
              <a:ext cx="465492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99D00AF4-245D-E085-2FF0-0995F96C0B29}"/>
                </a:ext>
              </a:extLst>
            </p:cNvPr>
            <p:cNvCxnSpPr>
              <a:cxnSpLocks/>
              <a:stCxn id="9" idx="6"/>
              <a:endCxn id="9" idx="7"/>
            </p:cNvCxnSpPr>
            <p:nvPr/>
          </p:nvCxnSpPr>
          <p:spPr>
            <a:xfrm flipH="1" flipV="1">
              <a:off x="5546667" y="4291682"/>
              <a:ext cx="105453" cy="254587"/>
            </a:xfrm>
            <a:prstGeom prst="curvedConnector4">
              <a:avLst>
                <a:gd name="adj1" fmla="val -216779"/>
                <a:gd name="adj2" fmla="val 14975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9BBB0F7-FE59-8229-F2D5-DF68C80E2498}"/>
                </a:ext>
              </a:extLst>
            </p:cNvPr>
            <p:cNvCxnSpPr>
              <a:cxnSpLocks/>
              <a:stCxn id="11" idx="7"/>
              <a:endCxn id="9" idx="3"/>
            </p:cNvCxnSpPr>
            <p:nvPr/>
          </p:nvCxnSpPr>
          <p:spPr>
            <a:xfrm flipV="1">
              <a:off x="482658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6CC48D5-21E0-1478-1768-4E0F4E557860}"/>
                </a:ext>
              </a:extLst>
            </p:cNvPr>
            <p:cNvCxnSpPr>
              <a:cxnSpLocks/>
              <a:stCxn id="9" idx="5"/>
              <a:endCxn id="12" idx="1"/>
            </p:cNvCxnSpPr>
            <p:nvPr/>
          </p:nvCxnSpPr>
          <p:spPr>
            <a:xfrm>
              <a:off x="554666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EABA705-D5DD-340A-9AC1-C71D79834300}"/>
                </a:ext>
              </a:extLst>
            </p:cNvPr>
            <p:cNvCxnSpPr>
              <a:cxnSpLocks/>
              <a:stCxn id="10" idx="5"/>
              <a:endCxn id="11" idx="1"/>
            </p:cNvCxnSpPr>
            <p:nvPr/>
          </p:nvCxnSpPr>
          <p:spPr>
            <a:xfrm>
              <a:off x="410650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846C486-45F6-8581-14FC-9FAE21DEC801}"/>
                </a:ext>
              </a:extLst>
            </p:cNvPr>
            <p:cNvCxnSpPr>
              <a:cxnSpLocks/>
              <a:stCxn id="10" idx="3"/>
              <a:endCxn id="13" idx="7"/>
            </p:cNvCxnSpPr>
            <p:nvPr/>
          </p:nvCxnSpPr>
          <p:spPr>
            <a:xfrm flipH="1">
              <a:off x="338642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C4EDBEC3-1195-214E-F2F9-DAC63E7D1CD2}"/>
                </a:ext>
              </a:extLst>
            </p:cNvPr>
            <p:cNvCxnSpPr>
              <a:cxnSpLocks/>
              <a:stCxn id="12" idx="6"/>
              <a:endCxn id="7" idx="6"/>
            </p:cNvCxnSpPr>
            <p:nvPr/>
          </p:nvCxnSpPr>
          <p:spPr>
            <a:xfrm flipH="1" flipV="1">
              <a:off x="4932040" y="2551912"/>
              <a:ext cx="1440160" cy="2937737"/>
            </a:xfrm>
            <a:prstGeom prst="bentConnector3">
              <a:avLst>
                <a:gd name="adj1" fmla="val -474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6A386DA0-D2C4-F06F-905E-B93CAD8F9A4F}"/>
                </a:ext>
              </a:extLst>
            </p:cNvPr>
            <p:cNvCxnSpPr>
              <a:cxnSpLocks/>
              <a:stCxn id="13" idx="1"/>
              <a:endCxn id="7" idx="3"/>
            </p:cNvCxnSpPr>
            <p:nvPr/>
          </p:nvCxnSpPr>
          <p:spPr>
            <a:xfrm rot="5400000" flipH="1" flipV="1">
              <a:off x="2383052" y="3300701"/>
              <a:ext cx="2428563" cy="1440160"/>
            </a:xfrm>
            <a:prstGeom prst="bentConnector3">
              <a:avLst>
                <a:gd name="adj1" fmla="val 1000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7132E9AC-6A24-48CA-CED6-ADF000EA408B}"/>
                </a:ext>
              </a:extLst>
            </p:cNvPr>
            <p:cNvCxnSpPr>
              <a:cxnSpLocks/>
              <a:stCxn id="11" idx="4"/>
              <a:endCxn id="7" idx="1"/>
            </p:cNvCxnSpPr>
            <p:nvPr/>
          </p:nvCxnSpPr>
          <p:spPr>
            <a:xfrm rot="5400000" flipH="1">
              <a:off x="2668525" y="3946214"/>
              <a:ext cx="3552364" cy="254587"/>
            </a:xfrm>
            <a:prstGeom prst="bentConnector5">
              <a:avLst>
                <a:gd name="adj1" fmla="val -11212"/>
                <a:gd name="adj2" fmla="val 916229"/>
                <a:gd name="adj3" fmla="val 10006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B0E60C4F-57D2-4EB7-8BF4-C15582A4F93C}"/>
                </a:ext>
              </a:extLst>
            </p:cNvPr>
            <p:cNvCxnSpPr>
              <a:cxnSpLocks/>
              <a:stCxn id="13" idx="2"/>
              <a:endCxn id="7" idx="2"/>
            </p:cNvCxnSpPr>
            <p:nvPr/>
          </p:nvCxnSpPr>
          <p:spPr>
            <a:xfrm rot="10800000" flipH="1">
              <a:off x="2771800" y="2551913"/>
              <a:ext cx="1440160" cy="2937737"/>
            </a:xfrm>
            <a:prstGeom prst="bentConnector3">
              <a:avLst>
                <a:gd name="adj1" fmla="val -158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B69ED35-C550-3CA1-C03A-A4157C8AC64B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>
              <a:off x="4932040" y="5489649"/>
              <a:ext cx="720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3180D4D6-7B80-1513-11BE-73C90AAC5E25}"/>
                </a:ext>
              </a:extLst>
            </p:cNvPr>
            <p:cNvCxnSpPr>
              <a:cxnSpLocks/>
              <a:stCxn id="7" idx="7"/>
              <a:endCxn id="7" idx="0"/>
            </p:cNvCxnSpPr>
            <p:nvPr/>
          </p:nvCxnSpPr>
          <p:spPr>
            <a:xfrm rot="16200000" flipV="1">
              <a:off x="4646568" y="2117305"/>
              <a:ext cx="105453" cy="254587"/>
            </a:xfrm>
            <a:prstGeom prst="curvedConnector3">
              <a:avLst>
                <a:gd name="adj1" fmla="val 37041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7BBAE8D-7618-F387-143E-92F922EED378}"/>
                </a:ext>
              </a:extLst>
            </p:cNvPr>
            <p:cNvSpPr txBox="1"/>
            <p:nvPr/>
          </p:nvSpPr>
          <p:spPr>
            <a:xfrm>
              <a:off x="5059333" y="539731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9F6D4A-FC2A-33E4-2F31-26AE28FDF2B5}"/>
                </a:ext>
              </a:extLst>
            </p:cNvPr>
            <p:cNvSpPr txBox="1"/>
            <p:nvPr/>
          </p:nvSpPr>
          <p:spPr>
            <a:xfrm>
              <a:off x="4672928" y="1987888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0BD8547-BA61-A897-E595-9DB3FB62899F}"/>
                </a:ext>
              </a:extLst>
            </p:cNvPr>
            <p:cNvSpPr txBox="1"/>
            <p:nvPr/>
          </p:nvSpPr>
          <p:spPr>
            <a:xfrm>
              <a:off x="4312891" y="295818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F98A31-95D2-59F3-0CF9-AE304DAFA872}"/>
                </a:ext>
              </a:extLst>
            </p:cNvPr>
            <p:cNvSpPr txBox="1"/>
            <p:nvPr/>
          </p:nvSpPr>
          <p:spPr>
            <a:xfrm>
              <a:off x="3794667" y="390535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2703832-8656-8820-8A24-036225540267}"/>
                </a:ext>
              </a:extLst>
            </p:cNvPr>
            <p:cNvSpPr txBox="1"/>
            <p:nvPr/>
          </p:nvSpPr>
          <p:spPr>
            <a:xfrm>
              <a:off x="4826586" y="391387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E401F8-C8BA-75F6-DDB0-3371940384B5}"/>
                </a:ext>
              </a:extLst>
            </p:cNvPr>
            <p:cNvSpPr txBox="1"/>
            <p:nvPr/>
          </p:nvSpPr>
          <p:spPr>
            <a:xfrm>
              <a:off x="5393009" y="246112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E933588-0667-167F-CA4E-C674C1769A21}"/>
                </a:ext>
              </a:extLst>
            </p:cNvPr>
            <p:cNvSpPr txBox="1"/>
            <p:nvPr/>
          </p:nvSpPr>
          <p:spPr>
            <a:xfrm>
              <a:off x="3330118" y="220171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3981FA5-9071-5CC0-4582-A319BCA301B7}"/>
                </a:ext>
              </a:extLst>
            </p:cNvPr>
            <p:cNvSpPr txBox="1"/>
            <p:nvPr/>
          </p:nvSpPr>
          <p:spPr>
            <a:xfrm>
              <a:off x="3330118" y="245745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1C9BF52-98AC-C53E-89DF-E7DDA25896BC}"/>
                </a:ext>
              </a:extLst>
            </p:cNvPr>
            <p:cNvSpPr txBox="1"/>
            <p:nvPr/>
          </p:nvSpPr>
          <p:spPr>
            <a:xfrm>
              <a:off x="3330117" y="271320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5D2FEC6-20A4-0218-3E9F-5FEB54955159}"/>
                </a:ext>
              </a:extLst>
            </p:cNvPr>
            <p:cNvSpPr txBox="1"/>
            <p:nvPr/>
          </p:nvSpPr>
          <p:spPr>
            <a:xfrm>
              <a:off x="5685240" y="424364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86477ED-4589-E007-11CC-BE657B270A14}"/>
                </a:ext>
              </a:extLst>
            </p:cNvPr>
            <p:cNvSpPr txBox="1"/>
            <p:nvPr/>
          </p:nvSpPr>
          <p:spPr>
            <a:xfrm>
              <a:off x="5393009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89D5DC7-901D-5021-8BF8-D5FE1E82096D}"/>
                </a:ext>
              </a:extLst>
            </p:cNvPr>
            <p:cNvSpPr txBox="1"/>
            <p:nvPr/>
          </p:nvSpPr>
          <p:spPr>
            <a:xfrm>
              <a:off x="4668406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8AAF2F4-9C3C-A7CD-784B-42B19DB86570}"/>
                </a:ext>
              </a:extLst>
            </p:cNvPr>
            <p:cNvSpPr txBox="1"/>
            <p:nvPr/>
          </p:nvSpPr>
          <p:spPr>
            <a:xfrm>
              <a:off x="3970165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8EEADE7-2A6F-FFCD-55D1-7F52628E68FD}"/>
                </a:ext>
              </a:extLst>
            </p:cNvPr>
            <p:cNvSpPr txBox="1"/>
            <p:nvPr/>
          </p:nvSpPr>
          <p:spPr>
            <a:xfrm>
              <a:off x="3197357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CEB4117-B4D0-B4C1-67E7-FC9D4493CCFA}"/>
              </a:ext>
            </a:extLst>
          </p:cNvPr>
          <p:cNvSpPr/>
          <p:nvPr/>
        </p:nvSpPr>
        <p:spPr>
          <a:xfrm>
            <a:off x="5580112" y="4756161"/>
            <a:ext cx="2271142" cy="13516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0303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FA93-5023-D6F0-4079-ECEAEBD3C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8304-B17B-6834-E60A-69F2E3F42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980728"/>
            <a:ext cx="7543800" cy="756633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2 - טבלת מצבים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E7C4B-B2F0-5161-0CB1-47CBFE1C0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13</a:t>
            </a:fld>
            <a:endParaRPr lang="he-IL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A1A8F3F4-54F8-514D-0F6D-7E3762D79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916832"/>
            <a:ext cx="234315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2E78086-FD19-7852-07BB-0011B70F9C7E}"/>
              </a:ext>
            </a:extLst>
          </p:cNvPr>
          <p:cNvGrpSpPr/>
          <p:nvPr/>
        </p:nvGrpSpPr>
        <p:grpSpPr>
          <a:xfrm>
            <a:off x="1292746" y="1943193"/>
            <a:ext cx="3600400" cy="3861802"/>
            <a:chOff x="2771800" y="1987888"/>
            <a:chExt cx="3600400" cy="386180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158394B-F2E1-DDEC-8E39-F922FDE17FFA}"/>
                </a:ext>
              </a:extLst>
            </p:cNvPr>
            <p:cNvSpPr/>
            <p:nvPr/>
          </p:nvSpPr>
          <p:spPr>
            <a:xfrm>
              <a:off x="4211960" y="2191872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IL" sz="1200" b="1" dirty="0"/>
                <a:t>A</a:t>
              </a:r>
            </a:p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/>
                <a:t>I</a:t>
              </a:r>
              <a:r>
                <a:rPr lang="en-IL" sz="1200" dirty="0"/>
                <a:t>dle state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422F018-8C14-29DA-4843-9800DB19ADC0}"/>
                </a:ext>
              </a:extLst>
            </p:cNvPr>
            <p:cNvSpPr/>
            <p:nvPr/>
          </p:nvSpPr>
          <p:spPr>
            <a:xfrm>
              <a:off x="4211959" y="3266406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B</a:t>
              </a:r>
            </a:p>
            <a:p>
              <a:pPr algn="ctr"/>
              <a:r>
                <a:rPr lang="en-IL" sz="1200" dirty="0"/>
                <a:t>1 state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D28DFC2-709E-AA33-9318-D20D72A51F55}"/>
                </a:ext>
              </a:extLst>
            </p:cNvPr>
            <p:cNvSpPr/>
            <p:nvPr/>
          </p:nvSpPr>
          <p:spPr>
            <a:xfrm>
              <a:off x="4932040" y="418622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C</a:t>
              </a:r>
            </a:p>
            <a:p>
              <a:pPr algn="ctr"/>
              <a:r>
                <a:rPr lang="en-IL" sz="1200" dirty="0"/>
                <a:t>11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2AF0109-DB91-F0BE-FC5F-0E69CACEB357}"/>
                </a:ext>
              </a:extLst>
            </p:cNvPr>
            <p:cNvSpPr/>
            <p:nvPr/>
          </p:nvSpPr>
          <p:spPr>
            <a:xfrm>
              <a:off x="3491880" y="418622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D</a:t>
              </a:r>
              <a:endParaRPr lang="en-IL" sz="1200" dirty="0"/>
            </a:p>
            <a:p>
              <a:pPr algn="ctr"/>
              <a:r>
                <a:rPr lang="en-IL" sz="1200" dirty="0"/>
                <a:t>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827A301-ADB2-FE02-80A9-5D2816833D69}"/>
                </a:ext>
              </a:extLst>
            </p:cNvPr>
            <p:cNvSpPr/>
            <p:nvPr/>
          </p:nvSpPr>
          <p:spPr>
            <a:xfrm>
              <a:off x="421196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G</a:t>
              </a:r>
              <a:endParaRPr lang="en-IL" sz="1200" dirty="0"/>
            </a:p>
            <a:p>
              <a:pPr algn="ctr"/>
              <a:r>
                <a:rPr lang="en-IL" sz="1200" dirty="0"/>
                <a:t>101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8CA6040-EA03-4755-673C-AE7A38243EA4}"/>
                </a:ext>
              </a:extLst>
            </p:cNvPr>
            <p:cNvSpPr/>
            <p:nvPr/>
          </p:nvSpPr>
          <p:spPr>
            <a:xfrm>
              <a:off x="5652120" y="5129609"/>
              <a:ext cx="720080" cy="72008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E</a:t>
              </a:r>
              <a:endParaRPr lang="en-IL" sz="1200" dirty="0"/>
            </a:p>
            <a:p>
              <a:pPr algn="ctr"/>
              <a:r>
                <a:rPr lang="en-IL" sz="1200" dirty="0"/>
                <a:t>110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6E39CA-AB48-0BB2-B045-1BBBCD6DB856}"/>
                </a:ext>
              </a:extLst>
            </p:cNvPr>
            <p:cNvSpPr/>
            <p:nvPr/>
          </p:nvSpPr>
          <p:spPr>
            <a:xfrm>
              <a:off x="277180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F</a:t>
              </a:r>
            </a:p>
            <a:p>
              <a:pPr algn="ctr"/>
              <a:r>
                <a:rPr lang="en-IL" sz="1200" dirty="0"/>
                <a:t>100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263EEE-F260-0EB7-9AF8-FDAEB050116D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 flipH="1">
              <a:off x="4571999" y="2911952"/>
              <a:ext cx="1" cy="3544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8EA1059-A92B-DD6B-841A-DF7BBD593B68}"/>
                </a:ext>
              </a:extLst>
            </p:cNvPr>
            <p:cNvCxnSpPr>
              <a:cxnSpLocks/>
              <a:stCxn id="8" idx="5"/>
              <a:endCxn id="9" idx="0"/>
            </p:cNvCxnSpPr>
            <p:nvPr/>
          </p:nvCxnSpPr>
          <p:spPr>
            <a:xfrm>
              <a:off x="4826586" y="3881033"/>
              <a:ext cx="465494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BEB63C9-4AF0-9286-4973-797CBFFF01CE}"/>
                </a:ext>
              </a:extLst>
            </p:cNvPr>
            <p:cNvCxnSpPr>
              <a:cxnSpLocks/>
              <a:stCxn id="8" idx="3"/>
              <a:endCxn id="10" idx="0"/>
            </p:cNvCxnSpPr>
            <p:nvPr/>
          </p:nvCxnSpPr>
          <p:spPr>
            <a:xfrm flipH="1">
              <a:off x="3851920" y="3881033"/>
              <a:ext cx="465492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771CE81F-113C-FBC4-0883-B4EDC146963E}"/>
                </a:ext>
              </a:extLst>
            </p:cNvPr>
            <p:cNvCxnSpPr>
              <a:cxnSpLocks/>
              <a:stCxn id="9" idx="6"/>
              <a:endCxn id="9" idx="7"/>
            </p:cNvCxnSpPr>
            <p:nvPr/>
          </p:nvCxnSpPr>
          <p:spPr>
            <a:xfrm flipH="1" flipV="1">
              <a:off x="5546667" y="4291682"/>
              <a:ext cx="105453" cy="254587"/>
            </a:xfrm>
            <a:prstGeom prst="curvedConnector4">
              <a:avLst>
                <a:gd name="adj1" fmla="val -216779"/>
                <a:gd name="adj2" fmla="val 14975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68BDCC9-BDA4-1D14-961A-F926252E0EC4}"/>
                </a:ext>
              </a:extLst>
            </p:cNvPr>
            <p:cNvCxnSpPr>
              <a:cxnSpLocks/>
              <a:stCxn id="11" idx="7"/>
              <a:endCxn id="9" idx="3"/>
            </p:cNvCxnSpPr>
            <p:nvPr/>
          </p:nvCxnSpPr>
          <p:spPr>
            <a:xfrm flipV="1">
              <a:off x="482658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BC61A8D-66A8-7A43-478D-9342FD4CEAE4}"/>
                </a:ext>
              </a:extLst>
            </p:cNvPr>
            <p:cNvCxnSpPr>
              <a:cxnSpLocks/>
              <a:stCxn id="9" idx="5"/>
              <a:endCxn id="12" idx="1"/>
            </p:cNvCxnSpPr>
            <p:nvPr/>
          </p:nvCxnSpPr>
          <p:spPr>
            <a:xfrm>
              <a:off x="554666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9D0C32E-69F3-1D6B-B857-4D4DD71F6E74}"/>
                </a:ext>
              </a:extLst>
            </p:cNvPr>
            <p:cNvCxnSpPr>
              <a:cxnSpLocks/>
              <a:stCxn id="10" idx="5"/>
              <a:endCxn id="11" idx="1"/>
            </p:cNvCxnSpPr>
            <p:nvPr/>
          </p:nvCxnSpPr>
          <p:spPr>
            <a:xfrm>
              <a:off x="410650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8060BB7-D528-CD46-8132-63DDA2844604}"/>
                </a:ext>
              </a:extLst>
            </p:cNvPr>
            <p:cNvCxnSpPr>
              <a:cxnSpLocks/>
              <a:stCxn id="10" idx="3"/>
              <a:endCxn id="13" idx="7"/>
            </p:cNvCxnSpPr>
            <p:nvPr/>
          </p:nvCxnSpPr>
          <p:spPr>
            <a:xfrm flipH="1">
              <a:off x="338642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B36B2792-84F0-10E4-A05B-72E14E29ACF8}"/>
                </a:ext>
              </a:extLst>
            </p:cNvPr>
            <p:cNvCxnSpPr>
              <a:cxnSpLocks/>
              <a:stCxn id="12" idx="6"/>
              <a:endCxn id="7" idx="6"/>
            </p:cNvCxnSpPr>
            <p:nvPr/>
          </p:nvCxnSpPr>
          <p:spPr>
            <a:xfrm flipH="1" flipV="1">
              <a:off x="4932040" y="2551912"/>
              <a:ext cx="1440160" cy="2937737"/>
            </a:xfrm>
            <a:prstGeom prst="bentConnector3">
              <a:avLst>
                <a:gd name="adj1" fmla="val -474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3C972398-7619-EB96-7C73-1C50CE1F5689}"/>
                </a:ext>
              </a:extLst>
            </p:cNvPr>
            <p:cNvCxnSpPr>
              <a:cxnSpLocks/>
              <a:stCxn id="13" idx="1"/>
              <a:endCxn id="7" idx="3"/>
            </p:cNvCxnSpPr>
            <p:nvPr/>
          </p:nvCxnSpPr>
          <p:spPr>
            <a:xfrm rot="5400000" flipH="1" flipV="1">
              <a:off x="2383052" y="3300701"/>
              <a:ext cx="2428563" cy="1440160"/>
            </a:xfrm>
            <a:prstGeom prst="bentConnector3">
              <a:avLst>
                <a:gd name="adj1" fmla="val 1000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32DE255C-1F82-A3D1-CF4B-D9CC0423AC85}"/>
                </a:ext>
              </a:extLst>
            </p:cNvPr>
            <p:cNvCxnSpPr>
              <a:cxnSpLocks/>
              <a:stCxn id="11" idx="4"/>
              <a:endCxn id="7" idx="1"/>
            </p:cNvCxnSpPr>
            <p:nvPr/>
          </p:nvCxnSpPr>
          <p:spPr>
            <a:xfrm rot="5400000" flipH="1">
              <a:off x="2668525" y="3946214"/>
              <a:ext cx="3552364" cy="254587"/>
            </a:xfrm>
            <a:prstGeom prst="bentConnector5">
              <a:avLst>
                <a:gd name="adj1" fmla="val -11212"/>
                <a:gd name="adj2" fmla="val 916229"/>
                <a:gd name="adj3" fmla="val 10006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3C614AB9-CA8D-77A3-FAC4-73EE5EB6AA79}"/>
                </a:ext>
              </a:extLst>
            </p:cNvPr>
            <p:cNvCxnSpPr>
              <a:cxnSpLocks/>
              <a:stCxn id="13" idx="2"/>
              <a:endCxn id="7" idx="2"/>
            </p:cNvCxnSpPr>
            <p:nvPr/>
          </p:nvCxnSpPr>
          <p:spPr>
            <a:xfrm rot="10800000" flipH="1">
              <a:off x="2771800" y="2551913"/>
              <a:ext cx="1440160" cy="2937737"/>
            </a:xfrm>
            <a:prstGeom prst="bentConnector3">
              <a:avLst>
                <a:gd name="adj1" fmla="val -158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6DC27B0-9838-14AF-F100-545257E7AC2E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>
              <a:off x="4932040" y="5489649"/>
              <a:ext cx="720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CA742F3C-480D-D50F-DB79-35B62E246ABB}"/>
                </a:ext>
              </a:extLst>
            </p:cNvPr>
            <p:cNvCxnSpPr>
              <a:cxnSpLocks/>
              <a:stCxn id="7" idx="7"/>
              <a:endCxn id="7" idx="0"/>
            </p:cNvCxnSpPr>
            <p:nvPr/>
          </p:nvCxnSpPr>
          <p:spPr>
            <a:xfrm rot="16200000" flipV="1">
              <a:off x="4646568" y="2117305"/>
              <a:ext cx="105453" cy="254587"/>
            </a:xfrm>
            <a:prstGeom prst="curvedConnector3">
              <a:avLst>
                <a:gd name="adj1" fmla="val 37041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7A7DFBC-CE1A-12AE-CE4D-E582C3321EC7}"/>
                </a:ext>
              </a:extLst>
            </p:cNvPr>
            <p:cNvSpPr txBox="1"/>
            <p:nvPr/>
          </p:nvSpPr>
          <p:spPr>
            <a:xfrm>
              <a:off x="5059333" y="539731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3A0F863-B193-52EB-0097-C50FB1E3736F}"/>
                </a:ext>
              </a:extLst>
            </p:cNvPr>
            <p:cNvSpPr txBox="1"/>
            <p:nvPr/>
          </p:nvSpPr>
          <p:spPr>
            <a:xfrm>
              <a:off x="4672928" y="1987888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4C19B13-102A-6E70-6FE9-E88C1E2A2902}"/>
                </a:ext>
              </a:extLst>
            </p:cNvPr>
            <p:cNvSpPr txBox="1"/>
            <p:nvPr/>
          </p:nvSpPr>
          <p:spPr>
            <a:xfrm>
              <a:off x="4312891" y="295818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B49269C-9811-A197-791D-E791C09BE6A1}"/>
                </a:ext>
              </a:extLst>
            </p:cNvPr>
            <p:cNvSpPr txBox="1"/>
            <p:nvPr/>
          </p:nvSpPr>
          <p:spPr>
            <a:xfrm>
              <a:off x="3794667" y="390535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3AF59D8-7AB5-CFCB-F4B8-A0A7FA5AAFF2}"/>
                </a:ext>
              </a:extLst>
            </p:cNvPr>
            <p:cNvSpPr txBox="1"/>
            <p:nvPr/>
          </p:nvSpPr>
          <p:spPr>
            <a:xfrm>
              <a:off x="4826586" y="391387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0E30F7C-4E10-F45A-A5E1-8DCB6A7EB40D}"/>
                </a:ext>
              </a:extLst>
            </p:cNvPr>
            <p:cNvSpPr txBox="1"/>
            <p:nvPr/>
          </p:nvSpPr>
          <p:spPr>
            <a:xfrm>
              <a:off x="5393009" y="246112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9B48632-DB70-521D-7D9C-6C41A73DCECD}"/>
                </a:ext>
              </a:extLst>
            </p:cNvPr>
            <p:cNvSpPr txBox="1"/>
            <p:nvPr/>
          </p:nvSpPr>
          <p:spPr>
            <a:xfrm>
              <a:off x="3330118" y="220171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9B90D2B-2CDB-08F7-DBA1-278B85B7A6E8}"/>
                </a:ext>
              </a:extLst>
            </p:cNvPr>
            <p:cNvSpPr txBox="1"/>
            <p:nvPr/>
          </p:nvSpPr>
          <p:spPr>
            <a:xfrm>
              <a:off x="3330118" y="245745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7F2D2DB-95A8-1981-1769-69D9EA605189}"/>
                </a:ext>
              </a:extLst>
            </p:cNvPr>
            <p:cNvSpPr txBox="1"/>
            <p:nvPr/>
          </p:nvSpPr>
          <p:spPr>
            <a:xfrm>
              <a:off x="3330117" y="271320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2B7F9BB-F71D-D8D1-BFE5-F295A8CCCEBC}"/>
                </a:ext>
              </a:extLst>
            </p:cNvPr>
            <p:cNvSpPr txBox="1"/>
            <p:nvPr/>
          </p:nvSpPr>
          <p:spPr>
            <a:xfrm>
              <a:off x="5685240" y="424364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094DD95-AECF-2B8D-DAA2-FE5440F9B52F}"/>
                </a:ext>
              </a:extLst>
            </p:cNvPr>
            <p:cNvSpPr txBox="1"/>
            <p:nvPr/>
          </p:nvSpPr>
          <p:spPr>
            <a:xfrm>
              <a:off x="5393009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7BD383D-C7AC-F316-109C-355E3D03D9DE}"/>
                </a:ext>
              </a:extLst>
            </p:cNvPr>
            <p:cNvSpPr txBox="1"/>
            <p:nvPr/>
          </p:nvSpPr>
          <p:spPr>
            <a:xfrm>
              <a:off x="4668406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701AA94-18CE-4DEC-B299-10AA1D950D5D}"/>
                </a:ext>
              </a:extLst>
            </p:cNvPr>
            <p:cNvSpPr txBox="1"/>
            <p:nvPr/>
          </p:nvSpPr>
          <p:spPr>
            <a:xfrm>
              <a:off x="3970165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38DAF5B-2EF3-1062-92A8-622FDE1C9E5C}"/>
                </a:ext>
              </a:extLst>
            </p:cNvPr>
            <p:cNvSpPr txBox="1"/>
            <p:nvPr/>
          </p:nvSpPr>
          <p:spPr>
            <a:xfrm>
              <a:off x="3197357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6CC11BF6-E3D7-B84E-75BB-AC8D01780C70}"/>
              </a:ext>
            </a:extLst>
          </p:cNvPr>
          <p:cNvSpPr/>
          <p:nvPr/>
        </p:nvSpPr>
        <p:spPr>
          <a:xfrm>
            <a:off x="5580112" y="5229199"/>
            <a:ext cx="2271142" cy="8786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0497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8D706-8D2A-6AEC-D041-B2EB5AD1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313D-8C20-8778-7930-3885C9D8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980728"/>
            <a:ext cx="7543800" cy="756633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2 - טבלת מצבים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63E27-2AF1-63F7-852B-46180E5D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14</a:t>
            </a:fld>
            <a:endParaRPr lang="he-IL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9098E113-7C02-FE7D-37A1-653B339A5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916832"/>
            <a:ext cx="234315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3B38299-9EAF-5216-F0D8-F1C1D9E70167}"/>
              </a:ext>
            </a:extLst>
          </p:cNvPr>
          <p:cNvGrpSpPr/>
          <p:nvPr/>
        </p:nvGrpSpPr>
        <p:grpSpPr>
          <a:xfrm>
            <a:off x="1292746" y="1943193"/>
            <a:ext cx="3600400" cy="3861802"/>
            <a:chOff x="2771800" y="1987888"/>
            <a:chExt cx="3600400" cy="386180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99AEFA3-73C3-F222-94B1-EA07427137AF}"/>
                </a:ext>
              </a:extLst>
            </p:cNvPr>
            <p:cNvSpPr/>
            <p:nvPr/>
          </p:nvSpPr>
          <p:spPr>
            <a:xfrm>
              <a:off x="4211960" y="2191872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IL" sz="1200" b="1" dirty="0"/>
                <a:t>A</a:t>
              </a:r>
            </a:p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/>
                <a:t>I</a:t>
              </a:r>
              <a:r>
                <a:rPr lang="en-IL" sz="1200" dirty="0"/>
                <a:t>dle state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D28ADC-212A-4E44-A44B-1579F1252BEE}"/>
                </a:ext>
              </a:extLst>
            </p:cNvPr>
            <p:cNvSpPr/>
            <p:nvPr/>
          </p:nvSpPr>
          <p:spPr>
            <a:xfrm>
              <a:off x="4211959" y="3266406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B</a:t>
              </a:r>
            </a:p>
            <a:p>
              <a:pPr algn="ctr"/>
              <a:r>
                <a:rPr lang="en-IL" sz="1200" dirty="0"/>
                <a:t>1 state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0DADCAF-781F-645F-0A1B-28B135407C71}"/>
                </a:ext>
              </a:extLst>
            </p:cNvPr>
            <p:cNvSpPr/>
            <p:nvPr/>
          </p:nvSpPr>
          <p:spPr>
            <a:xfrm>
              <a:off x="4932040" y="418622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C</a:t>
              </a:r>
            </a:p>
            <a:p>
              <a:pPr algn="ctr"/>
              <a:r>
                <a:rPr lang="en-IL" sz="1200" dirty="0"/>
                <a:t>11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9076C66-73DD-9E01-C4B0-CCE8B647FCB0}"/>
                </a:ext>
              </a:extLst>
            </p:cNvPr>
            <p:cNvSpPr/>
            <p:nvPr/>
          </p:nvSpPr>
          <p:spPr>
            <a:xfrm>
              <a:off x="3491880" y="418622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D</a:t>
              </a:r>
              <a:endParaRPr lang="en-IL" sz="1200" dirty="0"/>
            </a:p>
            <a:p>
              <a:pPr algn="ctr"/>
              <a:r>
                <a:rPr lang="en-IL" sz="1200" dirty="0"/>
                <a:t>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17F33CD-1AF9-B0EF-D1C0-92D5FCA81963}"/>
                </a:ext>
              </a:extLst>
            </p:cNvPr>
            <p:cNvSpPr/>
            <p:nvPr/>
          </p:nvSpPr>
          <p:spPr>
            <a:xfrm>
              <a:off x="421196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G</a:t>
              </a:r>
              <a:endParaRPr lang="en-IL" sz="1200" dirty="0"/>
            </a:p>
            <a:p>
              <a:pPr algn="ctr"/>
              <a:r>
                <a:rPr lang="en-IL" sz="1200" dirty="0"/>
                <a:t>101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F8C6F20-2056-3E34-4FEF-398C871577B5}"/>
                </a:ext>
              </a:extLst>
            </p:cNvPr>
            <p:cNvSpPr/>
            <p:nvPr/>
          </p:nvSpPr>
          <p:spPr>
            <a:xfrm>
              <a:off x="565212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E</a:t>
              </a:r>
              <a:endParaRPr lang="en-IL" sz="1200" dirty="0"/>
            </a:p>
            <a:p>
              <a:pPr algn="ctr"/>
              <a:r>
                <a:rPr lang="en-IL" sz="1200" dirty="0"/>
                <a:t>110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B5B740F-3C6C-E3E3-D0D8-A796B0D3AC35}"/>
                </a:ext>
              </a:extLst>
            </p:cNvPr>
            <p:cNvSpPr/>
            <p:nvPr/>
          </p:nvSpPr>
          <p:spPr>
            <a:xfrm>
              <a:off x="2771800" y="5129609"/>
              <a:ext cx="720080" cy="72008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F</a:t>
              </a:r>
            </a:p>
            <a:p>
              <a:pPr algn="ctr"/>
              <a:r>
                <a:rPr lang="en-IL" sz="1200" dirty="0"/>
                <a:t>100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8FE18B0-6CEA-D1EE-FB21-F8472AFC69F8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 flipH="1">
              <a:off x="4571999" y="2911952"/>
              <a:ext cx="1" cy="3544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81748D1-BB88-A0F8-36EF-3613290BC301}"/>
                </a:ext>
              </a:extLst>
            </p:cNvPr>
            <p:cNvCxnSpPr>
              <a:cxnSpLocks/>
              <a:stCxn id="8" idx="5"/>
              <a:endCxn id="9" idx="0"/>
            </p:cNvCxnSpPr>
            <p:nvPr/>
          </p:nvCxnSpPr>
          <p:spPr>
            <a:xfrm>
              <a:off x="4826586" y="3881033"/>
              <a:ext cx="465494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C3673E2-BA22-DC02-7C81-EA9DB0388840}"/>
                </a:ext>
              </a:extLst>
            </p:cNvPr>
            <p:cNvCxnSpPr>
              <a:cxnSpLocks/>
              <a:stCxn id="8" idx="3"/>
              <a:endCxn id="10" idx="0"/>
            </p:cNvCxnSpPr>
            <p:nvPr/>
          </p:nvCxnSpPr>
          <p:spPr>
            <a:xfrm flipH="1">
              <a:off x="3851920" y="3881033"/>
              <a:ext cx="465492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44275193-1258-0DFF-60C5-4190A5000395}"/>
                </a:ext>
              </a:extLst>
            </p:cNvPr>
            <p:cNvCxnSpPr>
              <a:cxnSpLocks/>
              <a:stCxn id="9" idx="6"/>
              <a:endCxn id="9" idx="7"/>
            </p:cNvCxnSpPr>
            <p:nvPr/>
          </p:nvCxnSpPr>
          <p:spPr>
            <a:xfrm flipH="1" flipV="1">
              <a:off x="5546667" y="4291682"/>
              <a:ext cx="105453" cy="254587"/>
            </a:xfrm>
            <a:prstGeom prst="curvedConnector4">
              <a:avLst>
                <a:gd name="adj1" fmla="val -216779"/>
                <a:gd name="adj2" fmla="val 14975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B5A2AC9-395B-2AD5-32F1-446DCC5CB7A4}"/>
                </a:ext>
              </a:extLst>
            </p:cNvPr>
            <p:cNvCxnSpPr>
              <a:cxnSpLocks/>
              <a:stCxn id="11" idx="7"/>
              <a:endCxn id="9" idx="3"/>
            </p:cNvCxnSpPr>
            <p:nvPr/>
          </p:nvCxnSpPr>
          <p:spPr>
            <a:xfrm flipV="1">
              <a:off x="482658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A7DB5ED-F4B4-BB77-E02E-F5C48D4C7E41}"/>
                </a:ext>
              </a:extLst>
            </p:cNvPr>
            <p:cNvCxnSpPr>
              <a:cxnSpLocks/>
              <a:stCxn id="9" idx="5"/>
              <a:endCxn id="12" idx="1"/>
            </p:cNvCxnSpPr>
            <p:nvPr/>
          </p:nvCxnSpPr>
          <p:spPr>
            <a:xfrm>
              <a:off x="554666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8DF8AAB-42C9-1131-F735-C6CB96B23BFF}"/>
                </a:ext>
              </a:extLst>
            </p:cNvPr>
            <p:cNvCxnSpPr>
              <a:cxnSpLocks/>
              <a:stCxn id="10" idx="5"/>
              <a:endCxn id="11" idx="1"/>
            </p:cNvCxnSpPr>
            <p:nvPr/>
          </p:nvCxnSpPr>
          <p:spPr>
            <a:xfrm>
              <a:off x="410650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C6C1C65-A016-FF74-5844-CEEB8F2A074E}"/>
                </a:ext>
              </a:extLst>
            </p:cNvPr>
            <p:cNvCxnSpPr>
              <a:cxnSpLocks/>
              <a:stCxn id="10" idx="3"/>
              <a:endCxn id="13" idx="7"/>
            </p:cNvCxnSpPr>
            <p:nvPr/>
          </p:nvCxnSpPr>
          <p:spPr>
            <a:xfrm flipH="1">
              <a:off x="338642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3364E739-2866-D03D-DFE9-A4B92190056D}"/>
                </a:ext>
              </a:extLst>
            </p:cNvPr>
            <p:cNvCxnSpPr>
              <a:cxnSpLocks/>
              <a:stCxn id="12" idx="6"/>
              <a:endCxn id="7" idx="6"/>
            </p:cNvCxnSpPr>
            <p:nvPr/>
          </p:nvCxnSpPr>
          <p:spPr>
            <a:xfrm flipH="1" flipV="1">
              <a:off x="4932040" y="2551912"/>
              <a:ext cx="1440160" cy="2937737"/>
            </a:xfrm>
            <a:prstGeom prst="bentConnector3">
              <a:avLst>
                <a:gd name="adj1" fmla="val -474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FF8886DB-1725-9342-C28E-C6D20E9E126B}"/>
                </a:ext>
              </a:extLst>
            </p:cNvPr>
            <p:cNvCxnSpPr>
              <a:cxnSpLocks/>
              <a:stCxn id="13" idx="1"/>
              <a:endCxn id="7" idx="3"/>
            </p:cNvCxnSpPr>
            <p:nvPr/>
          </p:nvCxnSpPr>
          <p:spPr>
            <a:xfrm rot="5400000" flipH="1" flipV="1">
              <a:off x="2383052" y="3300701"/>
              <a:ext cx="2428563" cy="1440160"/>
            </a:xfrm>
            <a:prstGeom prst="bentConnector3">
              <a:avLst>
                <a:gd name="adj1" fmla="val 1000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935EC0D-54D2-9910-4D73-BB50AD02D06F}"/>
                </a:ext>
              </a:extLst>
            </p:cNvPr>
            <p:cNvCxnSpPr>
              <a:cxnSpLocks/>
              <a:stCxn id="11" idx="4"/>
              <a:endCxn id="7" idx="1"/>
            </p:cNvCxnSpPr>
            <p:nvPr/>
          </p:nvCxnSpPr>
          <p:spPr>
            <a:xfrm rot="5400000" flipH="1">
              <a:off x="2668525" y="3946214"/>
              <a:ext cx="3552364" cy="254587"/>
            </a:xfrm>
            <a:prstGeom prst="bentConnector5">
              <a:avLst>
                <a:gd name="adj1" fmla="val -11212"/>
                <a:gd name="adj2" fmla="val 916229"/>
                <a:gd name="adj3" fmla="val 10006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C0EE630E-3829-5E01-5EC1-D3CE15E4CE73}"/>
                </a:ext>
              </a:extLst>
            </p:cNvPr>
            <p:cNvCxnSpPr>
              <a:cxnSpLocks/>
              <a:stCxn id="13" idx="2"/>
              <a:endCxn id="7" idx="2"/>
            </p:cNvCxnSpPr>
            <p:nvPr/>
          </p:nvCxnSpPr>
          <p:spPr>
            <a:xfrm rot="10800000" flipH="1">
              <a:off x="2771800" y="2551913"/>
              <a:ext cx="1440160" cy="2937737"/>
            </a:xfrm>
            <a:prstGeom prst="bentConnector3">
              <a:avLst>
                <a:gd name="adj1" fmla="val -158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F180F2D-EEBF-46D0-74E0-E87FFDD41C9E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>
              <a:off x="4932040" y="5489649"/>
              <a:ext cx="720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38CEEEC3-D423-3D83-608E-9BF14DEEB77A}"/>
                </a:ext>
              </a:extLst>
            </p:cNvPr>
            <p:cNvCxnSpPr>
              <a:cxnSpLocks/>
              <a:stCxn id="7" idx="7"/>
              <a:endCxn id="7" idx="0"/>
            </p:cNvCxnSpPr>
            <p:nvPr/>
          </p:nvCxnSpPr>
          <p:spPr>
            <a:xfrm rot="16200000" flipV="1">
              <a:off x="4646568" y="2117305"/>
              <a:ext cx="105453" cy="254587"/>
            </a:xfrm>
            <a:prstGeom prst="curvedConnector3">
              <a:avLst>
                <a:gd name="adj1" fmla="val 37041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F787BD2-4EE3-4881-7E28-57910E5073E9}"/>
                </a:ext>
              </a:extLst>
            </p:cNvPr>
            <p:cNvSpPr txBox="1"/>
            <p:nvPr/>
          </p:nvSpPr>
          <p:spPr>
            <a:xfrm>
              <a:off x="5059333" y="539731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8F1A53F-C449-4922-4ABE-4B044434B553}"/>
                </a:ext>
              </a:extLst>
            </p:cNvPr>
            <p:cNvSpPr txBox="1"/>
            <p:nvPr/>
          </p:nvSpPr>
          <p:spPr>
            <a:xfrm>
              <a:off x="4672928" y="1987888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DD9B49F-1007-3A7C-29A4-389A54626D0D}"/>
                </a:ext>
              </a:extLst>
            </p:cNvPr>
            <p:cNvSpPr txBox="1"/>
            <p:nvPr/>
          </p:nvSpPr>
          <p:spPr>
            <a:xfrm>
              <a:off x="4312891" y="295818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4D078D-492D-6491-CB59-381A5ABB274D}"/>
                </a:ext>
              </a:extLst>
            </p:cNvPr>
            <p:cNvSpPr txBox="1"/>
            <p:nvPr/>
          </p:nvSpPr>
          <p:spPr>
            <a:xfrm>
              <a:off x="3794667" y="390535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606D442-F330-B75B-67FF-DDE0EACEDE13}"/>
                </a:ext>
              </a:extLst>
            </p:cNvPr>
            <p:cNvSpPr txBox="1"/>
            <p:nvPr/>
          </p:nvSpPr>
          <p:spPr>
            <a:xfrm>
              <a:off x="4826586" y="391387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FC35646-1859-F0CC-A252-8C7DDB32FC8D}"/>
                </a:ext>
              </a:extLst>
            </p:cNvPr>
            <p:cNvSpPr txBox="1"/>
            <p:nvPr/>
          </p:nvSpPr>
          <p:spPr>
            <a:xfrm>
              <a:off x="5393009" y="246112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CA22C5D-4C88-D5E7-9A2B-F9FF5E5124CF}"/>
                </a:ext>
              </a:extLst>
            </p:cNvPr>
            <p:cNvSpPr txBox="1"/>
            <p:nvPr/>
          </p:nvSpPr>
          <p:spPr>
            <a:xfrm>
              <a:off x="3330118" y="220171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958639B-9201-2926-5A99-926220E00908}"/>
                </a:ext>
              </a:extLst>
            </p:cNvPr>
            <p:cNvSpPr txBox="1"/>
            <p:nvPr/>
          </p:nvSpPr>
          <p:spPr>
            <a:xfrm>
              <a:off x="3330118" y="245745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805D3BE-EC2D-79B8-7E4D-2DD0A26386E2}"/>
                </a:ext>
              </a:extLst>
            </p:cNvPr>
            <p:cNvSpPr txBox="1"/>
            <p:nvPr/>
          </p:nvSpPr>
          <p:spPr>
            <a:xfrm>
              <a:off x="3330117" y="271320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A8EC2D-3DB9-9C06-10D9-DC6085A8D53F}"/>
                </a:ext>
              </a:extLst>
            </p:cNvPr>
            <p:cNvSpPr txBox="1"/>
            <p:nvPr/>
          </p:nvSpPr>
          <p:spPr>
            <a:xfrm>
              <a:off x="5685240" y="424364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FD30036-41E0-BA86-211E-7DED9E67E309}"/>
                </a:ext>
              </a:extLst>
            </p:cNvPr>
            <p:cNvSpPr txBox="1"/>
            <p:nvPr/>
          </p:nvSpPr>
          <p:spPr>
            <a:xfrm>
              <a:off x="5393009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B18C326-451D-FB86-5842-8A7EBC29FBB6}"/>
                </a:ext>
              </a:extLst>
            </p:cNvPr>
            <p:cNvSpPr txBox="1"/>
            <p:nvPr/>
          </p:nvSpPr>
          <p:spPr>
            <a:xfrm>
              <a:off x="4668406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B97F82C-0B23-96D9-281F-920235C7C3D2}"/>
                </a:ext>
              </a:extLst>
            </p:cNvPr>
            <p:cNvSpPr txBox="1"/>
            <p:nvPr/>
          </p:nvSpPr>
          <p:spPr>
            <a:xfrm>
              <a:off x="3970165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5C2DD44-0093-1D5B-6890-287C5D7FDF21}"/>
                </a:ext>
              </a:extLst>
            </p:cNvPr>
            <p:cNvSpPr txBox="1"/>
            <p:nvPr/>
          </p:nvSpPr>
          <p:spPr>
            <a:xfrm>
              <a:off x="3197357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65DD073-5005-F9E4-3220-217B654425FD}"/>
              </a:ext>
            </a:extLst>
          </p:cNvPr>
          <p:cNvSpPr/>
          <p:nvPr/>
        </p:nvSpPr>
        <p:spPr>
          <a:xfrm>
            <a:off x="5580112" y="5661247"/>
            <a:ext cx="2271142" cy="4465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355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3CFD3-EC76-BDC1-C054-DFE94B39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8690-9715-2FE0-30C1-3D48BC61C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980728"/>
            <a:ext cx="7543800" cy="756633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2 - טבלת מצבים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95516-05EA-A9CB-677F-DE661FBB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15</a:t>
            </a:fld>
            <a:endParaRPr lang="he-IL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7DA334A1-C3F4-A96E-A6E7-5B3772764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916832"/>
            <a:ext cx="234315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754A1A5-199B-F952-C463-FE7B5D3599F3}"/>
              </a:ext>
            </a:extLst>
          </p:cNvPr>
          <p:cNvGrpSpPr/>
          <p:nvPr/>
        </p:nvGrpSpPr>
        <p:grpSpPr>
          <a:xfrm>
            <a:off x="1292746" y="1943193"/>
            <a:ext cx="3600400" cy="3861802"/>
            <a:chOff x="2771800" y="1987888"/>
            <a:chExt cx="3600400" cy="386180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3985C94-4B16-1609-019F-6EF0A2BE1C4F}"/>
                </a:ext>
              </a:extLst>
            </p:cNvPr>
            <p:cNvSpPr/>
            <p:nvPr/>
          </p:nvSpPr>
          <p:spPr>
            <a:xfrm>
              <a:off x="4211960" y="2191872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IL" sz="1200" b="1" dirty="0"/>
                <a:t>A</a:t>
              </a:r>
            </a:p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/>
                <a:t>I</a:t>
              </a:r>
              <a:r>
                <a:rPr lang="en-IL" sz="1200" dirty="0"/>
                <a:t>dle state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A73C994-2CD8-15E8-D1E9-736FE3D75AFC}"/>
                </a:ext>
              </a:extLst>
            </p:cNvPr>
            <p:cNvSpPr/>
            <p:nvPr/>
          </p:nvSpPr>
          <p:spPr>
            <a:xfrm>
              <a:off x="4211959" y="3266406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B</a:t>
              </a:r>
            </a:p>
            <a:p>
              <a:pPr algn="ctr"/>
              <a:r>
                <a:rPr lang="en-IL" sz="1200" dirty="0"/>
                <a:t>1 state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6F5EEB7-BD4B-95D7-DA05-06FF25BF2BD6}"/>
                </a:ext>
              </a:extLst>
            </p:cNvPr>
            <p:cNvSpPr/>
            <p:nvPr/>
          </p:nvSpPr>
          <p:spPr>
            <a:xfrm>
              <a:off x="4932040" y="418622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C</a:t>
              </a:r>
            </a:p>
            <a:p>
              <a:pPr algn="ctr"/>
              <a:r>
                <a:rPr lang="en-IL" sz="1200" dirty="0"/>
                <a:t>11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8A38BE1-4C96-2563-BBD2-1CC9D4F96BA3}"/>
                </a:ext>
              </a:extLst>
            </p:cNvPr>
            <p:cNvSpPr/>
            <p:nvPr/>
          </p:nvSpPr>
          <p:spPr>
            <a:xfrm>
              <a:off x="3491880" y="418622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D</a:t>
              </a:r>
              <a:endParaRPr lang="en-IL" sz="1200" dirty="0"/>
            </a:p>
            <a:p>
              <a:pPr algn="ctr"/>
              <a:r>
                <a:rPr lang="en-IL" sz="1200" dirty="0"/>
                <a:t>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0F4EA6-A997-696C-D345-476BF582412E}"/>
                </a:ext>
              </a:extLst>
            </p:cNvPr>
            <p:cNvSpPr/>
            <p:nvPr/>
          </p:nvSpPr>
          <p:spPr>
            <a:xfrm>
              <a:off x="4211960" y="5129609"/>
              <a:ext cx="720080" cy="72008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G</a:t>
              </a:r>
              <a:endParaRPr lang="en-IL" sz="1200" dirty="0"/>
            </a:p>
            <a:p>
              <a:pPr algn="ctr"/>
              <a:r>
                <a:rPr lang="en-IL" sz="1200" dirty="0"/>
                <a:t>101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EF3BA11-B955-C812-CF59-49A1C9FC1F0A}"/>
                </a:ext>
              </a:extLst>
            </p:cNvPr>
            <p:cNvSpPr/>
            <p:nvPr/>
          </p:nvSpPr>
          <p:spPr>
            <a:xfrm>
              <a:off x="565212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E</a:t>
              </a:r>
              <a:endParaRPr lang="en-IL" sz="1200" dirty="0"/>
            </a:p>
            <a:p>
              <a:pPr algn="ctr"/>
              <a:r>
                <a:rPr lang="en-IL" sz="1200" dirty="0"/>
                <a:t>110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9275F4A-4127-95AB-4D99-C2F5EF27A8A5}"/>
                </a:ext>
              </a:extLst>
            </p:cNvPr>
            <p:cNvSpPr/>
            <p:nvPr/>
          </p:nvSpPr>
          <p:spPr>
            <a:xfrm>
              <a:off x="2771800" y="5129609"/>
              <a:ext cx="720080" cy="72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sz="1200" b="1" dirty="0"/>
                <a:t>F</a:t>
              </a:r>
            </a:p>
            <a:p>
              <a:pPr algn="ctr"/>
              <a:r>
                <a:rPr lang="en-IL" sz="1200" dirty="0"/>
                <a:t>100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543D6BD-21EC-4FE6-7F48-0A124F1382EC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 flipH="1">
              <a:off x="4571999" y="2911952"/>
              <a:ext cx="1" cy="3544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3400908-AA86-F8EB-2B63-F601AB6CBE61}"/>
                </a:ext>
              </a:extLst>
            </p:cNvPr>
            <p:cNvCxnSpPr>
              <a:cxnSpLocks/>
              <a:stCxn id="8" idx="5"/>
              <a:endCxn id="9" idx="0"/>
            </p:cNvCxnSpPr>
            <p:nvPr/>
          </p:nvCxnSpPr>
          <p:spPr>
            <a:xfrm>
              <a:off x="4826586" y="3881033"/>
              <a:ext cx="465494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FBE3A93-4B94-D33F-F684-6D2F67BBACFB}"/>
                </a:ext>
              </a:extLst>
            </p:cNvPr>
            <p:cNvCxnSpPr>
              <a:cxnSpLocks/>
              <a:stCxn id="8" idx="3"/>
              <a:endCxn id="10" idx="0"/>
            </p:cNvCxnSpPr>
            <p:nvPr/>
          </p:nvCxnSpPr>
          <p:spPr>
            <a:xfrm flipH="1">
              <a:off x="3851920" y="3881033"/>
              <a:ext cx="465492" cy="3051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53A39EC3-D15C-B848-105F-395DFB4BFAF9}"/>
                </a:ext>
              </a:extLst>
            </p:cNvPr>
            <p:cNvCxnSpPr>
              <a:cxnSpLocks/>
              <a:stCxn id="9" idx="6"/>
              <a:endCxn id="9" idx="7"/>
            </p:cNvCxnSpPr>
            <p:nvPr/>
          </p:nvCxnSpPr>
          <p:spPr>
            <a:xfrm flipH="1" flipV="1">
              <a:off x="5546667" y="4291682"/>
              <a:ext cx="105453" cy="254587"/>
            </a:xfrm>
            <a:prstGeom prst="curvedConnector4">
              <a:avLst>
                <a:gd name="adj1" fmla="val -216779"/>
                <a:gd name="adj2" fmla="val 14975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C294756-5B83-5263-ED4A-6859F66F07EF}"/>
                </a:ext>
              </a:extLst>
            </p:cNvPr>
            <p:cNvCxnSpPr>
              <a:cxnSpLocks/>
              <a:stCxn id="11" idx="7"/>
              <a:endCxn id="9" idx="3"/>
            </p:cNvCxnSpPr>
            <p:nvPr/>
          </p:nvCxnSpPr>
          <p:spPr>
            <a:xfrm flipV="1">
              <a:off x="482658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48870C3-74BC-F819-3C7E-A10B5F146592}"/>
                </a:ext>
              </a:extLst>
            </p:cNvPr>
            <p:cNvCxnSpPr>
              <a:cxnSpLocks/>
              <a:stCxn id="9" idx="5"/>
              <a:endCxn id="12" idx="1"/>
            </p:cNvCxnSpPr>
            <p:nvPr/>
          </p:nvCxnSpPr>
          <p:spPr>
            <a:xfrm>
              <a:off x="554666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A6587DE-8A41-F96C-1102-A78EB1BD3E82}"/>
                </a:ext>
              </a:extLst>
            </p:cNvPr>
            <p:cNvCxnSpPr>
              <a:cxnSpLocks/>
              <a:stCxn id="10" idx="5"/>
              <a:endCxn id="11" idx="1"/>
            </p:cNvCxnSpPr>
            <p:nvPr/>
          </p:nvCxnSpPr>
          <p:spPr>
            <a:xfrm>
              <a:off x="410650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851C0A3-3770-FB03-1FB7-7A3E4861297A}"/>
                </a:ext>
              </a:extLst>
            </p:cNvPr>
            <p:cNvCxnSpPr>
              <a:cxnSpLocks/>
              <a:stCxn id="10" idx="3"/>
              <a:endCxn id="13" idx="7"/>
            </p:cNvCxnSpPr>
            <p:nvPr/>
          </p:nvCxnSpPr>
          <p:spPr>
            <a:xfrm flipH="1">
              <a:off x="3386427" y="4800856"/>
              <a:ext cx="210906" cy="4342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C956A1AE-28C4-2C4C-3A70-2800A021B022}"/>
                </a:ext>
              </a:extLst>
            </p:cNvPr>
            <p:cNvCxnSpPr>
              <a:cxnSpLocks/>
              <a:stCxn id="12" idx="6"/>
              <a:endCxn id="7" idx="6"/>
            </p:cNvCxnSpPr>
            <p:nvPr/>
          </p:nvCxnSpPr>
          <p:spPr>
            <a:xfrm flipH="1" flipV="1">
              <a:off x="4932040" y="2551912"/>
              <a:ext cx="1440160" cy="2937737"/>
            </a:xfrm>
            <a:prstGeom prst="bentConnector3">
              <a:avLst>
                <a:gd name="adj1" fmla="val -474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58DAA123-FC18-0DCC-FFE2-BB36A0E6C6E1}"/>
                </a:ext>
              </a:extLst>
            </p:cNvPr>
            <p:cNvCxnSpPr>
              <a:cxnSpLocks/>
              <a:stCxn id="13" idx="1"/>
              <a:endCxn id="7" idx="3"/>
            </p:cNvCxnSpPr>
            <p:nvPr/>
          </p:nvCxnSpPr>
          <p:spPr>
            <a:xfrm rot="5400000" flipH="1" flipV="1">
              <a:off x="2383052" y="3300701"/>
              <a:ext cx="2428563" cy="1440160"/>
            </a:xfrm>
            <a:prstGeom prst="bentConnector3">
              <a:avLst>
                <a:gd name="adj1" fmla="val 1000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014ED1A9-ED91-1EAB-EF5A-11CC6922123D}"/>
                </a:ext>
              </a:extLst>
            </p:cNvPr>
            <p:cNvCxnSpPr>
              <a:cxnSpLocks/>
              <a:stCxn id="11" idx="4"/>
              <a:endCxn id="7" idx="1"/>
            </p:cNvCxnSpPr>
            <p:nvPr/>
          </p:nvCxnSpPr>
          <p:spPr>
            <a:xfrm rot="5400000" flipH="1">
              <a:off x="2668525" y="3946214"/>
              <a:ext cx="3552364" cy="254587"/>
            </a:xfrm>
            <a:prstGeom prst="bentConnector5">
              <a:avLst>
                <a:gd name="adj1" fmla="val -11212"/>
                <a:gd name="adj2" fmla="val 916229"/>
                <a:gd name="adj3" fmla="val 10006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A2FAC974-6E61-C31A-B072-EAF1D18CDD3E}"/>
                </a:ext>
              </a:extLst>
            </p:cNvPr>
            <p:cNvCxnSpPr>
              <a:cxnSpLocks/>
              <a:stCxn id="13" idx="2"/>
              <a:endCxn id="7" idx="2"/>
            </p:cNvCxnSpPr>
            <p:nvPr/>
          </p:nvCxnSpPr>
          <p:spPr>
            <a:xfrm rot="10800000" flipH="1">
              <a:off x="2771800" y="2551913"/>
              <a:ext cx="1440160" cy="2937737"/>
            </a:xfrm>
            <a:prstGeom prst="bentConnector3">
              <a:avLst>
                <a:gd name="adj1" fmla="val -1587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8D089E1-2565-6107-5B1A-A3FF3DD64B94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>
              <a:off x="4932040" y="5489649"/>
              <a:ext cx="720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41269445-62F7-B7B5-1702-CC3634577437}"/>
                </a:ext>
              </a:extLst>
            </p:cNvPr>
            <p:cNvCxnSpPr>
              <a:cxnSpLocks/>
              <a:stCxn id="7" idx="7"/>
              <a:endCxn id="7" idx="0"/>
            </p:cNvCxnSpPr>
            <p:nvPr/>
          </p:nvCxnSpPr>
          <p:spPr>
            <a:xfrm rot="16200000" flipV="1">
              <a:off x="4646568" y="2117305"/>
              <a:ext cx="105453" cy="254587"/>
            </a:xfrm>
            <a:prstGeom prst="curvedConnector3">
              <a:avLst>
                <a:gd name="adj1" fmla="val 37041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02ACCD4-2296-5D42-2748-5FFE2390ECE6}"/>
                </a:ext>
              </a:extLst>
            </p:cNvPr>
            <p:cNvSpPr txBox="1"/>
            <p:nvPr/>
          </p:nvSpPr>
          <p:spPr>
            <a:xfrm>
              <a:off x="5059333" y="539731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7AB8124-2FFF-66A4-012C-3B26169A86B5}"/>
                </a:ext>
              </a:extLst>
            </p:cNvPr>
            <p:cNvSpPr txBox="1"/>
            <p:nvPr/>
          </p:nvSpPr>
          <p:spPr>
            <a:xfrm>
              <a:off x="4672928" y="1987888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90246D-0DAA-DD5B-BAEB-CE450DC4DB6F}"/>
                </a:ext>
              </a:extLst>
            </p:cNvPr>
            <p:cNvSpPr txBox="1"/>
            <p:nvPr/>
          </p:nvSpPr>
          <p:spPr>
            <a:xfrm>
              <a:off x="4312891" y="295818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D426B31-591E-D2FE-19D0-83CFBAB16C44}"/>
                </a:ext>
              </a:extLst>
            </p:cNvPr>
            <p:cNvSpPr txBox="1"/>
            <p:nvPr/>
          </p:nvSpPr>
          <p:spPr>
            <a:xfrm>
              <a:off x="3794667" y="390535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CE5C5C4-28F8-2D22-9001-9A69BA340540}"/>
                </a:ext>
              </a:extLst>
            </p:cNvPr>
            <p:cNvSpPr txBox="1"/>
            <p:nvPr/>
          </p:nvSpPr>
          <p:spPr>
            <a:xfrm>
              <a:off x="4826586" y="391387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89D049-C6DB-FCCB-A147-0B27EB9FF779}"/>
                </a:ext>
              </a:extLst>
            </p:cNvPr>
            <p:cNvSpPr txBox="1"/>
            <p:nvPr/>
          </p:nvSpPr>
          <p:spPr>
            <a:xfrm>
              <a:off x="5393009" y="246112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CF8202F-525E-335D-C28F-F35BFFFC4D8C}"/>
                </a:ext>
              </a:extLst>
            </p:cNvPr>
            <p:cNvSpPr txBox="1"/>
            <p:nvPr/>
          </p:nvSpPr>
          <p:spPr>
            <a:xfrm>
              <a:off x="3330118" y="220171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B4B9D53-2300-01AA-C793-B9AB07836941}"/>
                </a:ext>
              </a:extLst>
            </p:cNvPr>
            <p:cNvSpPr txBox="1"/>
            <p:nvPr/>
          </p:nvSpPr>
          <p:spPr>
            <a:xfrm>
              <a:off x="3330118" y="2457457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4D90647-906F-E6CD-B048-C16BEE9E1C3E}"/>
                </a:ext>
              </a:extLst>
            </p:cNvPr>
            <p:cNvSpPr txBox="1"/>
            <p:nvPr/>
          </p:nvSpPr>
          <p:spPr>
            <a:xfrm>
              <a:off x="3330117" y="271320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3196CE2-01BD-41FB-7550-138B245AAE11}"/>
                </a:ext>
              </a:extLst>
            </p:cNvPr>
            <p:cNvSpPr txBox="1"/>
            <p:nvPr/>
          </p:nvSpPr>
          <p:spPr>
            <a:xfrm>
              <a:off x="5685240" y="424364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14C582-4A6A-229E-9009-203B6ED6F366}"/>
                </a:ext>
              </a:extLst>
            </p:cNvPr>
            <p:cNvSpPr txBox="1"/>
            <p:nvPr/>
          </p:nvSpPr>
          <p:spPr>
            <a:xfrm>
              <a:off x="5393009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5F84238-E094-DC8A-9750-47FD9F18D3D1}"/>
                </a:ext>
              </a:extLst>
            </p:cNvPr>
            <p:cNvSpPr txBox="1"/>
            <p:nvPr/>
          </p:nvSpPr>
          <p:spPr>
            <a:xfrm>
              <a:off x="4668406" y="4924556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0B68C68-D6F5-8A04-BFA9-02CF2C0EC0DE}"/>
                </a:ext>
              </a:extLst>
            </p:cNvPr>
            <p:cNvSpPr txBox="1"/>
            <p:nvPr/>
          </p:nvSpPr>
          <p:spPr>
            <a:xfrm>
              <a:off x="3970165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E5F15C5-9D03-4ADA-A759-363C17D4A14A}"/>
                </a:ext>
              </a:extLst>
            </p:cNvPr>
            <p:cNvSpPr txBox="1"/>
            <p:nvPr/>
          </p:nvSpPr>
          <p:spPr>
            <a:xfrm>
              <a:off x="3197357" y="4919429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280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3+4 – הקצאת מצבים + טבלת מעברים</a:t>
            </a:r>
            <a:endParaRPr lang="he-IL" dirty="0">
              <a:cs typeface="+mn-cs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2017826" y="1846263"/>
            <a:ext cx="5152798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16</a:t>
            </a:fld>
            <a:endParaRPr lang="he-IL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2348880"/>
            <a:ext cx="1497711" cy="267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7A2939-2290-DFF8-1874-31BF8CE2EC87}"/>
              </a:ext>
            </a:extLst>
          </p:cNvPr>
          <p:cNvSpPr/>
          <p:nvPr/>
        </p:nvSpPr>
        <p:spPr>
          <a:xfrm>
            <a:off x="3858662" y="3573015"/>
            <a:ext cx="3311962" cy="229597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7786D9-DFF3-A521-3A1D-99F6AAF82466}"/>
              </a:ext>
            </a:extLst>
          </p:cNvPr>
          <p:cNvSpPr/>
          <p:nvPr/>
        </p:nvSpPr>
        <p:spPr>
          <a:xfrm>
            <a:off x="395536" y="3068960"/>
            <a:ext cx="1497711" cy="2160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80CEF-99A0-D921-829B-E4DE0970C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BC21-A914-851C-9741-DED9D1A4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3+4 – הקצאת מצבים + טבלת מעברים</a:t>
            </a:r>
            <a:endParaRPr lang="he-IL" dirty="0"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1E5A38-85F3-6418-5909-28D67616F5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017826" y="1846263"/>
            <a:ext cx="5152798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ADCAF-EECD-3CBD-9051-F6717F10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17</a:t>
            </a:fld>
            <a:endParaRPr lang="he-IL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2FE9FB5-E5E0-6DE8-4A48-07B14181D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348880"/>
            <a:ext cx="1497711" cy="267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9A791F-430E-C12D-0BBC-88DE4DA81C52}"/>
              </a:ext>
            </a:extLst>
          </p:cNvPr>
          <p:cNvSpPr/>
          <p:nvPr/>
        </p:nvSpPr>
        <p:spPr>
          <a:xfrm>
            <a:off x="3858662" y="3933055"/>
            <a:ext cx="3311962" cy="19359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579937-691C-EA1D-3EEC-891E39FEC8FC}"/>
              </a:ext>
            </a:extLst>
          </p:cNvPr>
          <p:cNvSpPr/>
          <p:nvPr/>
        </p:nvSpPr>
        <p:spPr>
          <a:xfrm>
            <a:off x="395536" y="3356992"/>
            <a:ext cx="1497711" cy="2160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44896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E938F-6AAE-02B7-B5AB-14871CB3B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A627A-9995-047B-C3E4-A02A4136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3+4 – הקצאת מצבים + טבלת מעברים</a:t>
            </a:r>
            <a:endParaRPr lang="he-IL" dirty="0"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17296E1-B50C-551F-EB3E-9ED0086AAF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017826" y="1846263"/>
            <a:ext cx="5152798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E9E92-142B-95FF-AC8F-F72B1683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18</a:t>
            </a:fld>
            <a:endParaRPr lang="he-IL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350BBF3A-DFDB-26BF-0D02-CDEBF1140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348880"/>
            <a:ext cx="1497711" cy="267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AE2DF5-332F-EB83-B11B-165E7ADCD4A6}"/>
              </a:ext>
            </a:extLst>
          </p:cNvPr>
          <p:cNvSpPr/>
          <p:nvPr/>
        </p:nvSpPr>
        <p:spPr>
          <a:xfrm>
            <a:off x="3858662" y="4221087"/>
            <a:ext cx="3311962" cy="164790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CED91-1F4D-8981-7833-7CBFBD0AF8DF}"/>
              </a:ext>
            </a:extLst>
          </p:cNvPr>
          <p:cNvSpPr/>
          <p:nvPr/>
        </p:nvSpPr>
        <p:spPr>
          <a:xfrm>
            <a:off x="395536" y="3626171"/>
            <a:ext cx="1497711" cy="2160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45403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AAF3-6DA4-2355-907B-02268068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000C9-F2C3-831E-C42B-FBE682D2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3+4 – הקצאת מצבים + טבלת מעברים</a:t>
            </a:r>
            <a:endParaRPr lang="he-IL" dirty="0"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02D3094-4717-CE78-AB77-1049556EDE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017826" y="1846263"/>
            <a:ext cx="5152798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156BF-935C-1D68-AEEE-F8C9C04A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19</a:t>
            </a:fld>
            <a:endParaRPr lang="he-IL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993029B4-3CAE-CBDB-894E-5E02DAAC1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348880"/>
            <a:ext cx="1497711" cy="267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49D0F37-E728-E220-93A0-3A860CD1EB43}"/>
              </a:ext>
            </a:extLst>
          </p:cNvPr>
          <p:cNvSpPr/>
          <p:nvPr/>
        </p:nvSpPr>
        <p:spPr>
          <a:xfrm>
            <a:off x="3858662" y="4581127"/>
            <a:ext cx="3311962" cy="12878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6C3FCC-985E-672C-000B-DDA3A2003A67}"/>
              </a:ext>
            </a:extLst>
          </p:cNvPr>
          <p:cNvSpPr/>
          <p:nvPr/>
        </p:nvSpPr>
        <p:spPr>
          <a:xfrm>
            <a:off x="395536" y="3933056"/>
            <a:ext cx="1497711" cy="2160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6248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7E9BE-7B3A-A50C-303B-A1000698A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D076-A211-CF28-1D3D-E06873FE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3+4 – הקצאת מצבים + טבלת מעברים</a:t>
            </a:r>
            <a:endParaRPr lang="he-IL" dirty="0"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AE68414-FBC2-2F69-69D8-E7B06052CF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017826" y="1846263"/>
            <a:ext cx="5152798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C361D-74D5-B2DF-2894-30B32BC0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20</a:t>
            </a:fld>
            <a:endParaRPr lang="he-IL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3AA5F467-3438-E3CB-CF99-7A930A3CC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348880"/>
            <a:ext cx="1497711" cy="267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F986F46-5745-B22A-9438-59E2EC572743}"/>
              </a:ext>
            </a:extLst>
          </p:cNvPr>
          <p:cNvSpPr/>
          <p:nvPr/>
        </p:nvSpPr>
        <p:spPr>
          <a:xfrm>
            <a:off x="3858662" y="4869159"/>
            <a:ext cx="3311962" cy="9998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6A7DD0-CFCE-E5CC-931F-2591C318407C}"/>
              </a:ext>
            </a:extLst>
          </p:cNvPr>
          <p:cNvSpPr/>
          <p:nvPr/>
        </p:nvSpPr>
        <p:spPr>
          <a:xfrm>
            <a:off x="395536" y="4194928"/>
            <a:ext cx="1497711" cy="2421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60338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A91F-1EA2-ECDE-1770-5CD620AE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D163-3AC8-C061-E9BE-B28291E24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3+4 – הקצאת מצבים + טבלת מעברים</a:t>
            </a:r>
            <a:endParaRPr lang="he-IL" dirty="0"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C986738-DD58-D9DE-CD9D-9E73808306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017826" y="1846263"/>
            <a:ext cx="5152798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BB685-3050-BD09-56F5-5C2C4F59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21</a:t>
            </a:fld>
            <a:endParaRPr lang="he-IL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5EF077BF-F413-1A6C-42AA-0FA9A843A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348880"/>
            <a:ext cx="1497711" cy="267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0CEC43-08A2-A161-DBC0-F93A73F452F4}"/>
              </a:ext>
            </a:extLst>
          </p:cNvPr>
          <p:cNvSpPr/>
          <p:nvPr/>
        </p:nvSpPr>
        <p:spPr>
          <a:xfrm>
            <a:off x="3858662" y="5229199"/>
            <a:ext cx="3311962" cy="6397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9AAE65-4166-C4A7-20B1-9CB3FC09F76B}"/>
              </a:ext>
            </a:extLst>
          </p:cNvPr>
          <p:cNvSpPr/>
          <p:nvPr/>
        </p:nvSpPr>
        <p:spPr>
          <a:xfrm>
            <a:off x="395536" y="4482960"/>
            <a:ext cx="1497711" cy="2421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168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D1D13-888B-C16C-B41D-2D223EFC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B20F-4FB4-2C00-A5B6-E8C7762E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3+4 – הקצאת מצבים + טבלת מעברים</a:t>
            </a:r>
            <a:endParaRPr lang="he-IL" dirty="0"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4CB0D27-0E8B-9907-DCE4-9E3299A65C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017826" y="1846263"/>
            <a:ext cx="5152798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0E266-492F-48D2-A7C6-A677632A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22</a:t>
            </a:fld>
            <a:endParaRPr lang="he-IL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EC09581-1C37-0A54-A143-4F15A5D33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348880"/>
            <a:ext cx="1497711" cy="267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6327F73-B42A-490B-7F77-722D378ABAA8}"/>
              </a:ext>
            </a:extLst>
          </p:cNvPr>
          <p:cNvSpPr/>
          <p:nvPr/>
        </p:nvSpPr>
        <p:spPr>
          <a:xfrm>
            <a:off x="3858662" y="5445224"/>
            <a:ext cx="3311962" cy="4237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38AD04-7E51-A8B7-CC43-91CC95E78CBD}"/>
              </a:ext>
            </a:extLst>
          </p:cNvPr>
          <p:cNvSpPr/>
          <p:nvPr/>
        </p:nvSpPr>
        <p:spPr>
          <a:xfrm>
            <a:off x="395536" y="4770992"/>
            <a:ext cx="1497711" cy="2421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6787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45E76-7C5A-84CE-917D-69578F03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B874-CE9D-CAA7-D7FD-141F5255F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3+4 – הקצאת מצבים + טבלת מעברים</a:t>
            </a:r>
            <a:endParaRPr lang="he-IL" dirty="0"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57DA329-7657-A419-1B14-5E3B43D215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2017826" y="1846263"/>
            <a:ext cx="5152798" cy="402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832B1-DD1D-4CF6-1984-A30A56AD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23</a:t>
            </a:fld>
            <a:endParaRPr lang="he-IL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4D9E1C2E-243C-5123-5B11-67F45E042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536" y="2348880"/>
            <a:ext cx="1497711" cy="2678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6E0E90-61E1-94E6-D42C-67EDBE3C29DE}"/>
              </a:ext>
            </a:extLst>
          </p:cNvPr>
          <p:cNvSpPr txBox="1"/>
          <p:nvPr/>
        </p:nvSpPr>
        <p:spPr>
          <a:xfrm>
            <a:off x="1403648" y="5733256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למה לא מוותרים על ה</a:t>
            </a:r>
            <a:r>
              <a:rPr lang="en-US" dirty="0" err="1"/>
              <a:t>Φ</a:t>
            </a:r>
            <a:r>
              <a:rPr lang="he-IL" dirty="0"/>
              <a:t>? </a:t>
            </a:r>
          </a:p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r>
              <a:rPr lang="he-IL" dirty="0"/>
              <a:t>כי נוכל להשתמש בהם לצמצם פונקציות במפת קרנו!!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3542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5 – כתיבת פונקציות המתארות את המוצא והשלב הבא</a:t>
            </a:r>
            <a:endParaRPr lang="he-IL" dirty="0">
              <a:cs typeface="+mn-cs"/>
            </a:endParaRPr>
          </a:p>
        </p:txBody>
      </p:sp>
      <p:pic>
        <p:nvPicPr>
          <p:cNvPr id="307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450" y="4078852"/>
            <a:ext cx="2808312" cy="1761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24</a:t>
            </a:fld>
            <a:endParaRPr lang="he-IL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5333" y="1807632"/>
            <a:ext cx="2808312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208536"/>
              </p:ext>
            </p:extLst>
          </p:nvPr>
        </p:nvGraphicFramePr>
        <p:xfrm>
          <a:off x="1138450" y="3679840"/>
          <a:ext cx="2775195" cy="287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50880" imgH="253800" progId="Equation.DSMT4">
                  <p:embed/>
                </p:oleObj>
              </mc:Choice>
              <mc:Fallback>
                <p:oleObj name="Equation" r:id="rId4" imgW="2450880" imgH="2538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450" y="3679840"/>
                        <a:ext cx="2775195" cy="2875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30385" y="1790696"/>
            <a:ext cx="3010703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0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179738"/>
              </p:ext>
            </p:extLst>
          </p:nvPr>
        </p:nvGraphicFramePr>
        <p:xfrm>
          <a:off x="5752756" y="3694177"/>
          <a:ext cx="214153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92160" imgH="253800" progId="Equation.DSMT4">
                  <p:embed/>
                </p:oleObj>
              </mc:Choice>
              <mc:Fallback>
                <p:oleObj name="Equation" r:id="rId7" imgW="1892160" imgH="253800" progId="Equation.DSMT4">
                  <p:embed/>
                  <p:pic>
                    <p:nvPicPr>
                      <p:cNvPr id="30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2756" y="3694177"/>
                        <a:ext cx="2141538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711753"/>
              </p:ext>
            </p:extLst>
          </p:nvPr>
        </p:nvGraphicFramePr>
        <p:xfrm>
          <a:off x="1105333" y="5883275"/>
          <a:ext cx="28321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01640" imgH="253800" progId="Equation.DSMT4">
                  <p:embed/>
                </p:oleObj>
              </mc:Choice>
              <mc:Fallback>
                <p:oleObj name="Equation" r:id="rId9" imgW="2501640" imgH="253800" progId="Equation.DSMT4">
                  <p:embed/>
                  <p:pic>
                    <p:nvPicPr>
                      <p:cNvPr id="30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333" y="5883275"/>
                        <a:ext cx="2832100" cy="287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259689" y="4024390"/>
            <a:ext cx="2790739" cy="1800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0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610393"/>
              </p:ext>
            </p:extLst>
          </p:nvPr>
        </p:nvGraphicFramePr>
        <p:xfrm>
          <a:off x="5659928" y="5883275"/>
          <a:ext cx="225742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93680" imgH="241200" progId="Equation.DSMT4">
                  <p:embed/>
                </p:oleObj>
              </mc:Choice>
              <mc:Fallback>
                <p:oleObj name="Equation" r:id="rId12" imgW="1993680" imgH="241200" progId="Equation.DSMT4">
                  <p:embed/>
                  <p:pic>
                    <p:nvPicPr>
                      <p:cNvPr id="30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928" y="5883275"/>
                        <a:ext cx="2257425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A9723AD-7D9E-8491-D892-F15CC8CEF24C}"/>
              </a:ext>
            </a:extLst>
          </p:cNvPr>
          <p:cNvSpPr/>
          <p:nvPr/>
        </p:nvSpPr>
        <p:spPr>
          <a:xfrm>
            <a:off x="2195736" y="3042631"/>
            <a:ext cx="360040" cy="48299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06790B8-F9FE-CC71-5162-7E9DA3C9E870}"/>
              </a:ext>
            </a:extLst>
          </p:cNvPr>
          <p:cNvSpPr/>
          <p:nvPr/>
        </p:nvSpPr>
        <p:spPr>
          <a:xfrm>
            <a:off x="3038520" y="3317700"/>
            <a:ext cx="741392" cy="20792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9AEF2C-FB92-CA96-7871-BFD25331DBB3}"/>
              </a:ext>
            </a:extLst>
          </p:cNvPr>
          <p:cNvSpPr/>
          <p:nvPr/>
        </p:nvSpPr>
        <p:spPr>
          <a:xfrm>
            <a:off x="7088957" y="2700181"/>
            <a:ext cx="805337" cy="62748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8" name="Right Bracket 7">
            <a:extLst>
              <a:ext uri="{FF2B5EF4-FFF2-40B4-BE49-F238E27FC236}">
                <a16:creationId xmlns:a16="http://schemas.microsoft.com/office/drawing/2014/main" id="{EB1447FB-8DF4-310E-2BAD-6C40BD19E6BA}"/>
              </a:ext>
            </a:extLst>
          </p:cNvPr>
          <p:cNvSpPr/>
          <p:nvPr/>
        </p:nvSpPr>
        <p:spPr>
          <a:xfrm rot="10800000">
            <a:off x="7585883" y="2665279"/>
            <a:ext cx="389191" cy="671810"/>
          </a:xfrm>
          <a:prstGeom prst="rightBracke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L" dirty="0">
              <a:solidFill>
                <a:schemeClr val="lt1"/>
              </a:solidFill>
            </a:endParaRPr>
          </a:p>
        </p:txBody>
      </p:sp>
      <p:sp>
        <p:nvSpPr>
          <p:cNvPr id="12" name="Right Bracket 11">
            <a:extLst>
              <a:ext uri="{FF2B5EF4-FFF2-40B4-BE49-F238E27FC236}">
                <a16:creationId xmlns:a16="http://schemas.microsoft.com/office/drawing/2014/main" id="{7FD6F0E4-EEB9-30A0-2D89-10FF6A3C12AF}"/>
              </a:ext>
            </a:extLst>
          </p:cNvPr>
          <p:cNvSpPr/>
          <p:nvPr/>
        </p:nvSpPr>
        <p:spPr>
          <a:xfrm>
            <a:off x="6127025" y="2685182"/>
            <a:ext cx="389191" cy="671810"/>
          </a:xfrm>
          <a:prstGeom prst="rightBracke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L" dirty="0">
              <a:solidFill>
                <a:schemeClr val="lt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249BCA5-4E3E-E30D-566A-DCA8E0F580CF}"/>
              </a:ext>
            </a:extLst>
          </p:cNvPr>
          <p:cNvSpPr/>
          <p:nvPr/>
        </p:nvSpPr>
        <p:spPr>
          <a:xfrm>
            <a:off x="3105331" y="4941168"/>
            <a:ext cx="674582" cy="55465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1A70299-FFF8-113C-4137-CC76C39D2D97}"/>
              </a:ext>
            </a:extLst>
          </p:cNvPr>
          <p:cNvSpPr/>
          <p:nvPr/>
        </p:nvSpPr>
        <p:spPr>
          <a:xfrm>
            <a:off x="3131840" y="5288437"/>
            <a:ext cx="674582" cy="4713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8080A6C-0958-8524-0BD8-A65B32875326}"/>
              </a:ext>
            </a:extLst>
          </p:cNvPr>
          <p:cNvSpPr/>
          <p:nvPr/>
        </p:nvSpPr>
        <p:spPr>
          <a:xfrm>
            <a:off x="3491880" y="4653125"/>
            <a:ext cx="371458" cy="110665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E406A76-154A-BFCC-EB83-7612A8E2321C}"/>
              </a:ext>
            </a:extLst>
          </p:cNvPr>
          <p:cNvSpPr/>
          <p:nvPr/>
        </p:nvSpPr>
        <p:spPr>
          <a:xfrm>
            <a:off x="6722173" y="4882429"/>
            <a:ext cx="360040" cy="54741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BF67C8B-28C7-4490-2DDC-F325EFB08B2A}"/>
              </a:ext>
            </a:extLst>
          </p:cNvPr>
          <p:cNvSpPr/>
          <p:nvPr/>
        </p:nvSpPr>
        <p:spPr>
          <a:xfrm>
            <a:off x="6722173" y="5214820"/>
            <a:ext cx="360040" cy="47897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B65FF4B-7AB4-02E3-921D-9032EE75E663}"/>
              </a:ext>
            </a:extLst>
          </p:cNvPr>
          <p:cNvSpPr/>
          <p:nvPr/>
        </p:nvSpPr>
        <p:spPr>
          <a:xfrm>
            <a:off x="7173797" y="4616712"/>
            <a:ext cx="317827" cy="20981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7936" y="309663"/>
            <a:ext cx="7543800" cy="631613"/>
          </a:xfrm>
        </p:spPr>
        <p:txBody>
          <a:bodyPr>
            <a:normAutofit fontScale="90000"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שלב 6 – שרטוט המעגל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25</a:t>
            </a:fld>
            <a:endParaRPr lang="he-IL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828937"/>
              </p:ext>
            </p:extLst>
          </p:nvPr>
        </p:nvGraphicFramePr>
        <p:xfrm>
          <a:off x="5380962" y="2659588"/>
          <a:ext cx="3220649" cy="333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50880" imgH="253800" progId="Equation.DSMT4">
                  <p:embed/>
                </p:oleObj>
              </mc:Choice>
              <mc:Fallback>
                <p:oleObj name="Equation" r:id="rId3" imgW="2450880" imgH="25380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0962" y="2659588"/>
                        <a:ext cx="3220649" cy="3337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502446"/>
              </p:ext>
            </p:extLst>
          </p:nvPr>
        </p:nvGraphicFramePr>
        <p:xfrm>
          <a:off x="5376711" y="3468994"/>
          <a:ext cx="2631724" cy="353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92160" imgH="253800" progId="Equation.DSMT4">
                  <p:embed/>
                </p:oleObj>
              </mc:Choice>
              <mc:Fallback>
                <p:oleObj name="Equation" r:id="rId5" imgW="1892160" imgH="253800" progId="Equation.DSMT4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711" y="3468994"/>
                        <a:ext cx="2631724" cy="3531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229088"/>
              </p:ext>
            </p:extLst>
          </p:nvPr>
        </p:nvGraphicFramePr>
        <p:xfrm>
          <a:off x="5376711" y="4176138"/>
          <a:ext cx="3616776" cy="366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01640" imgH="253800" progId="Equation.DSMT4">
                  <p:embed/>
                </p:oleObj>
              </mc:Choice>
              <mc:Fallback>
                <p:oleObj name="Equation" r:id="rId7" imgW="2501640" imgH="253800" progId="Equation.DSMT4">
                  <p:embed/>
                  <p:pic>
                    <p:nvPicPr>
                      <p:cNvPr id="1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711" y="4176138"/>
                        <a:ext cx="3616776" cy="3669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695772"/>
              </p:ext>
            </p:extLst>
          </p:nvPr>
        </p:nvGraphicFramePr>
        <p:xfrm>
          <a:off x="5376711" y="1392864"/>
          <a:ext cx="2834269" cy="342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93680" imgH="241200" progId="Equation.DSMT4">
                  <p:embed/>
                </p:oleObj>
              </mc:Choice>
              <mc:Fallback>
                <p:oleObj name="Equation" r:id="rId9" imgW="1993680" imgH="241200" progId="Equation.DSMT4">
                  <p:embed/>
                  <p:pic>
                    <p:nvPicPr>
                      <p:cNvPr id="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711" y="1392864"/>
                        <a:ext cx="2834269" cy="3428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diagram of a circuit&#10;&#10;AI-generated content may be incorrect.">
            <a:extLst>
              <a:ext uri="{FF2B5EF4-FFF2-40B4-BE49-F238E27FC236}">
                <a16:creationId xmlns:a16="http://schemas.microsoft.com/office/drawing/2014/main" id="{9E1CC034-4CAA-4E49-D548-A1242C961A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5" y="872947"/>
            <a:ext cx="4850165" cy="595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268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2</a:t>
            </a:r>
            <a:endParaRPr lang="he-IL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" y="1902329"/>
            <a:ext cx="8229600" cy="4392488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he-IL" dirty="0"/>
              <a:t>שרטט דיאגרמת מצבים של מערכת סינכרונית בעלת כניסה אחת ויציאה אחת.</a:t>
            </a:r>
          </a:p>
          <a:p>
            <a:pPr marL="0">
              <a:buNone/>
            </a:pPr>
            <a:r>
              <a:rPr lang="he-IL" dirty="0"/>
              <a:t>עבור סיבית כניסה בעלת אינדקס זוגי, הפלט זהה לכניסה.</a:t>
            </a:r>
          </a:p>
          <a:p>
            <a:pPr marL="0">
              <a:buNone/>
            </a:pPr>
            <a:r>
              <a:rPr lang="he-IL" dirty="0"/>
              <a:t>עבור סיבית כניסה בעלת אינדקס אי זוגי, הפלט יהיה הערך שנכנס שתי כניסות קודם.</a:t>
            </a:r>
          </a:p>
          <a:p>
            <a:pPr marL="0">
              <a:buNone/>
            </a:pPr>
            <a:r>
              <a:rPr lang="he-IL" dirty="0"/>
              <a:t>הניחו כי מתחילים מאינדקס מספר אחד וכי כל הכניסות עד עכשיו היו 0.</a:t>
            </a:r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r>
              <a:rPr lang="he-IL" dirty="0"/>
              <a:t>לדוגמא :</a:t>
            </a:r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26</a:t>
            </a:fld>
            <a:endParaRPr lang="he-IL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872" y="4297437"/>
            <a:ext cx="27908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273F-B070-C166-A8EE-030741E75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108A-51BE-9C91-A6E7-BC1667DE4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91" y="278461"/>
            <a:ext cx="7543800" cy="776589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2 – דיאגרמת מצבים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1B6A8-7330-A053-F6C3-B1B23A30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27</a:t>
            </a:fld>
            <a:endParaRPr lang="he-IL"/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DD446ADB-D3E3-DDE9-1EC6-0B441DD05B08}"/>
              </a:ext>
            </a:extLst>
          </p:cNvPr>
          <p:cNvSpPr/>
          <p:nvPr/>
        </p:nvSpPr>
        <p:spPr>
          <a:xfrm>
            <a:off x="1691626" y="2199303"/>
            <a:ext cx="1440160" cy="14401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/>
                </a:solidFill>
              </a:rPr>
              <a:t>A</a:t>
            </a:r>
          </a:p>
          <a:p>
            <a:pPr algn="ctr"/>
            <a:r>
              <a:rPr lang="en-US" sz="1400" dirty="0">
                <a:solidFill>
                  <a:schemeClr val="dk1"/>
                </a:solidFill>
              </a:rPr>
              <a:t>odd Index </a:t>
            </a:r>
            <a:r>
              <a:rPr lang="en-US" sz="1400" dirty="0"/>
              <a:t>remember ‘0’</a:t>
            </a:r>
            <a:endParaRPr lang="he-IL" sz="1400" dirty="0">
              <a:solidFill>
                <a:schemeClr val="dk1"/>
              </a:solidFill>
            </a:endParaRP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1A8AE38E-1896-C48D-12FD-2C34DDDC3D19}"/>
              </a:ext>
            </a:extLst>
          </p:cNvPr>
          <p:cNvSpPr/>
          <p:nvPr/>
        </p:nvSpPr>
        <p:spPr>
          <a:xfrm>
            <a:off x="5796136" y="2180073"/>
            <a:ext cx="1440160" cy="14401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/>
                </a:solidFill>
              </a:rPr>
              <a:t>B</a:t>
            </a:r>
          </a:p>
          <a:p>
            <a:pPr algn="ctr"/>
            <a:r>
              <a:rPr lang="en-US" sz="1400" dirty="0">
                <a:solidFill>
                  <a:schemeClr val="dk1"/>
                </a:solidFill>
              </a:rPr>
              <a:t>even index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A6A215B1-9695-DB42-373B-4440F782FDF6}"/>
              </a:ext>
            </a:extLst>
          </p:cNvPr>
          <p:cNvSpPr/>
          <p:nvPr/>
        </p:nvSpPr>
        <p:spPr>
          <a:xfrm>
            <a:off x="5796136" y="4653136"/>
            <a:ext cx="1440160" cy="14401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/>
                </a:solidFill>
              </a:rPr>
              <a:t>D</a:t>
            </a:r>
          </a:p>
          <a:p>
            <a:pPr algn="ctr"/>
            <a:r>
              <a:rPr lang="en-US" sz="1400" dirty="0">
                <a:solidFill>
                  <a:schemeClr val="dk1"/>
                </a:solidFill>
              </a:rPr>
              <a:t>odd Index remember ‘1’</a:t>
            </a:r>
            <a:endParaRPr lang="he-IL" sz="1400" dirty="0">
              <a:solidFill>
                <a:schemeClr val="dk1"/>
              </a:solidFill>
            </a:endParaRP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EAC8AA9D-DD76-5D2B-797A-DD9F5C997CBC}"/>
              </a:ext>
            </a:extLst>
          </p:cNvPr>
          <p:cNvSpPr/>
          <p:nvPr/>
        </p:nvSpPr>
        <p:spPr>
          <a:xfrm>
            <a:off x="1691626" y="4653136"/>
            <a:ext cx="1440160" cy="14401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dk1"/>
                </a:solidFill>
              </a:rPr>
              <a:t>C</a:t>
            </a:r>
            <a:endParaRPr lang="en-US" sz="1400" b="1" dirty="0">
              <a:solidFill>
                <a:schemeClr val="dk1"/>
              </a:solidFill>
            </a:endParaRPr>
          </a:p>
          <a:p>
            <a:pPr algn="ctr"/>
            <a:r>
              <a:rPr lang="en-US" sz="1400" dirty="0">
                <a:solidFill>
                  <a:schemeClr val="dk1"/>
                </a:solidFill>
              </a:rPr>
              <a:t>even index</a:t>
            </a:r>
          </a:p>
        </p:txBody>
      </p:sp>
      <p:sp>
        <p:nvSpPr>
          <p:cNvPr id="9" name="TextBox 51">
            <a:extLst>
              <a:ext uri="{FF2B5EF4-FFF2-40B4-BE49-F238E27FC236}">
                <a16:creationId xmlns:a16="http://schemas.microsoft.com/office/drawing/2014/main" id="{EBB525C4-78CB-B0B6-4C93-BD91DAC34A47}"/>
              </a:ext>
            </a:extLst>
          </p:cNvPr>
          <p:cNvSpPr txBox="1"/>
          <p:nvPr/>
        </p:nvSpPr>
        <p:spPr>
          <a:xfrm>
            <a:off x="1157161" y="1810741"/>
            <a:ext cx="106893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reset</a:t>
            </a:r>
          </a:p>
        </p:txBody>
      </p:sp>
      <p:cxnSp>
        <p:nvCxnSpPr>
          <p:cNvPr id="11" name="Straight Arrow Connector 22">
            <a:extLst>
              <a:ext uri="{FF2B5EF4-FFF2-40B4-BE49-F238E27FC236}">
                <a16:creationId xmlns:a16="http://schemas.microsoft.com/office/drawing/2014/main" id="{FBAE1B43-AFE5-36FD-DC46-F43E85C9DB21}"/>
              </a:ext>
            </a:extLst>
          </p:cNvPr>
          <p:cNvCxnSpPr>
            <a:cxnSpLocks/>
            <a:stCxn id="3" idx="6"/>
            <a:endCxn id="5" idx="2"/>
          </p:cNvCxnSpPr>
          <p:nvPr/>
        </p:nvCxnSpPr>
        <p:spPr>
          <a:xfrm flipV="1">
            <a:off x="3131786" y="2900153"/>
            <a:ext cx="2664350" cy="1923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51">
            <a:extLst>
              <a:ext uri="{FF2B5EF4-FFF2-40B4-BE49-F238E27FC236}">
                <a16:creationId xmlns:a16="http://schemas.microsoft.com/office/drawing/2014/main" id="{4FAC2CED-9D02-047F-D502-89A4A8F6ED69}"/>
              </a:ext>
            </a:extLst>
          </p:cNvPr>
          <p:cNvSpPr txBox="1"/>
          <p:nvPr/>
        </p:nvSpPr>
        <p:spPr>
          <a:xfrm>
            <a:off x="4158825" y="2499100"/>
            <a:ext cx="54201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0/0</a:t>
            </a:r>
          </a:p>
        </p:txBody>
      </p:sp>
      <p:cxnSp>
        <p:nvCxnSpPr>
          <p:cNvPr id="18" name="Straight Arrow Connector 22">
            <a:extLst>
              <a:ext uri="{FF2B5EF4-FFF2-40B4-BE49-F238E27FC236}">
                <a16:creationId xmlns:a16="http://schemas.microsoft.com/office/drawing/2014/main" id="{F697B599-E6F3-6E67-F91D-8189EBE4F1B6}"/>
              </a:ext>
            </a:extLst>
          </p:cNvPr>
          <p:cNvCxnSpPr>
            <a:cxnSpLocks/>
          </p:cNvCxnSpPr>
          <p:nvPr/>
        </p:nvCxnSpPr>
        <p:spPr>
          <a:xfrm flipH="1">
            <a:off x="3131786" y="3111074"/>
            <a:ext cx="2688893" cy="1923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51">
            <a:extLst>
              <a:ext uri="{FF2B5EF4-FFF2-40B4-BE49-F238E27FC236}">
                <a16:creationId xmlns:a16="http://schemas.microsoft.com/office/drawing/2014/main" id="{25E42C76-733D-4539-2811-E95F31A857DB}"/>
              </a:ext>
            </a:extLst>
          </p:cNvPr>
          <p:cNvSpPr txBox="1"/>
          <p:nvPr/>
        </p:nvSpPr>
        <p:spPr>
          <a:xfrm>
            <a:off x="3984119" y="3128675"/>
            <a:ext cx="126209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0/0 or 1/1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20A4B99-5486-CE05-7C26-E99FC9EFC630}"/>
              </a:ext>
            </a:extLst>
          </p:cNvPr>
          <p:cNvCxnSpPr>
            <a:cxnSpLocks/>
            <a:stCxn id="3" idx="4"/>
            <a:endCxn id="8" idx="0"/>
          </p:cNvCxnSpPr>
          <p:nvPr/>
        </p:nvCxnSpPr>
        <p:spPr>
          <a:xfrm>
            <a:off x="2411706" y="3639463"/>
            <a:ext cx="0" cy="101367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51">
            <a:extLst>
              <a:ext uri="{FF2B5EF4-FFF2-40B4-BE49-F238E27FC236}">
                <a16:creationId xmlns:a16="http://schemas.microsoft.com/office/drawing/2014/main" id="{2D235457-5C3B-4BE5-8EFF-5FEAEB08B52F}"/>
              </a:ext>
            </a:extLst>
          </p:cNvPr>
          <p:cNvSpPr txBox="1"/>
          <p:nvPr/>
        </p:nvSpPr>
        <p:spPr>
          <a:xfrm>
            <a:off x="1906812" y="3914480"/>
            <a:ext cx="54201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1/0</a:t>
            </a:r>
          </a:p>
        </p:txBody>
      </p:sp>
      <p:sp>
        <p:nvSpPr>
          <p:cNvPr id="27" name="TextBox 51">
            <a:extLst>
              <a:ext uri="{FF2B5EF4-FFF2-40B4-BE49-F238E27FC236}">
                <a16:creationId xmlns:a16="http://schemas.microsoft.com/office/drawing/2014/main" id="{DD45FF91-CDE8-5E79-20B1-15E3C591710E}"/>
              </a:ext>
            </a:extLst>
          </p:cNvPr>
          <p:cNvSpPr txBox="1"/>
          <p:nvPr/>
        </p:nvSpPr>
        <p:spPr>
          <a:xfrm>
            <a:off x="3984119" y="4968014"/>
            <a:ext cx="126209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0/0 or 1/1</a:t>
            </a:r>
          </a:p>
        </p:txBody>
      </p:sp>
      <p:cxnSp>
        <p:nvCxnSpPr>
          <p:cNvPr id="28" name="Straight Arrow Connector 22">
            <a:extLst>
              <a:ext uri="{FF2B5EF4-FFF2-40B4-BE49-F238E27FC236}">
                <a16:creationId xmlns:a16="http://schemas.microsoft.com/office/drawing/2014/main" id="{C8B0EBE3-42A7-87ED-5E6E-5529F8F11985}"/>
              </a:ext>
            </a:extLst>
          </p:cNvPr>
          <p:cNvCxnSpPr>
            <a:cxnSpLocks/>
          </p:cNvCxnSpPr>
          <p:nvPr/>
        </p:nvCxnSpPr>
        <p:spPr>
          <a:xfrm flipV="1">
            <a:off x="3131786" y="5363601"/>
            <a:ext cx="2664350" cy="1923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51">
            <a:extLst>
              <a:ext uri="{FF2B5EF4-FFF2-40B4-BE49-F238E27FC236}">
                <a16:creationId xmlns:a16="http://schemas.microsoft.com/office/drawing/2014/main" id="{B616A167-DF86-A81D-3B25-07ACB3699F00}"/>
              </a:ext>
            </a:extLst>
          </p:cNvPr>
          <p:cNvSpPr txBox="1"/>
          <p:nvPr/>
        </p:nvSpPr>
        <p:spPr>
          <a:xfrm>
            <a:off x="6068991" y="3970981"/>
            <a:ext cx="54201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0/1</a:t>
            </a:r>
          </a:p>
        </p:txBody>
      </p:sp>
      <p:cxnSp>
        <p:nvCxnSpPr>
          <p:cNvPr id="30" name="Straight Arrow Connector 22">
            <a:extLst>
              <a:ext uri="{FF2B5EF4-FFF2-40B4-BE49-F238E27FC236}">
                <a16:creationId xmlns:a16="http://schemas.microsoft.com/office/drawing/2014/main" id="{55CFF096-FD71-32F4-9C1A-F61103E27D29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V="1">
            <a:off x="6516216" y="3620233"/>
            <a:ext cx="0" cy="103290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22">
            <a:extLst>
              <a:ext uri="{FF2B5EF4-FFF2-40B4-BE49-F238E27FC236}">
                <a16:creationId xmlns:a16="http://schemas.microsoft.com/office/drawing/2014/main" id="{8D09EAE1-C01E-6754-2B55-B6A87A4DABDA}"/>
              </a:ext>
            </a:extLst>
          </p:cNvPr>
          <p:cNvCxnSpPr>
            <a:cxnSpLocks/>
          </p:cNvCxnSpPr>
          <p:nvPr/>
        </p:nvCxnSpPr>
        <p:spPr>
          <a:xfrm flipH="1">
            <a:off x="3119514" y="5565868"/>
            <a:ext cx="2688893" cy="1923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51">
            <a:extLst>
              <a:ext uri="{FF2B5EF4-FFF2-40B4-BE49-F238E27FC236}">
                <a16:creationId xmlns:a16="http://schemas.microsoft.com/office/drawing/2014/main" id="{F3E53F1C-F511-FBC3-31D7-48B960B82D16}"/>
              </a:ext>
            </a:extLst>
          </p:cNvPr>
          <p:cNvSpPr txBox="1"/>
          <p:nvPr/>
        </p:nvSpPr>
        <p:spPr>
          <a:xfrm>
            <a:off x="4143311" y="5600554"/>
            <a:ext cx="6295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1/1</a:t>
            </a:r>
          </a:p>
        </p:txBody>
      </p:sp>
      <p:cxnSp>
        <p:nvCxnSpPr>
          <p:cNvPr id="12" name="Straight Arrow Connector 22">
            <a:extLst>
              <a:ext uri="{FF2B5EF4-FFF2-40B4-BE49-F238E27FC236}">
                <a16:creationId xmlns:a16="http://schemas.microsoft.com/office/drawing/2014/main" id="{C9C451A4-9C3D-ECB3-74F9-50024EED6948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112305" y="2138737"/>
            <a:ext cx="790228" cy="27147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034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980728"/>
            <a:ext cx="7543800" cy="756633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2 –טבלת מצבים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28</a:t>
            </a:fld>
            <a:endParaRPr lang="he-IL"/>
          </a:p>
        </p:txBody>
      </p:sp>
      <p:graphicFrame>
        <p:nvGraphicFramePr>
          <p:cNvPr id="37" name="טבלה 36">
            <a:extLst>
              <a:ext uri="{FF2B5EF4-FFF2-40B4-BE49-F238E27FC236}">
                <a16:creationId xmlns:a16="http://schemas.microsoft.com/office/drawing/2014/main" id="{3512EBE8-15B9-24D4-A5BA-2F21C8973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64111"/>
              </p:ext>
            </p:extLst>
          </p:nvPr>
        </p:nvGraphicFramePr>
        <p:xfrm>
          <a:off x="1609544" y="2847437"/>
          <a:ext cx="6096000" cy="1854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615708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17545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79087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X=1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X=0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PS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725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C,0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B,0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A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32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A,1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A,0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B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30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D,1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D,0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200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C,1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B,1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D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0635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3</a:t>
            </a:r>
            <a:endParaRPr lang="he-IL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>
              <a:buNone/>
            </a:pPr>
            <a:r>
              <a:rPr lang="he-IL" dirty="0"/>
              <a:t>דרוש לתכנן מערכת עקיבה סינכרונית בעלת כניסה אחת </a:t>
            </a:r>
            <a:r>
              <a:rPr lang="en-US" dirty="0"/>
              <a:t>x</a:t>
            </a:r>
            <a:r>
              <a:rPr lang="he-IL" dirty="0"/>
              <a:t> ויציאה אחת </a:t>
            </a:r>
            <a:r>
              <a:rPr lang="en-US" dirty="0"/>
              <a:t>z</a:t>
            </a:r>
            <a:r>
              <a:rPr lang="he-IL" dirty="0"/>
              <a:t>.</a:t>
            </a:r>
          </a:p>
          <a:p>
            <a:pPr marL="0">
              <a:buNone/>
            </a:pPr>
            <a:r>
              <a:rPr lang="he-IL" dirty="0"/>
              <a:t>מצבה ההתחלתי של המערכת בזמן </a:t>
            </a:r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he-IL" dirty="0"/>
              <a:t> הוא </a:t>
            </a:r>
            <a:r>
              <a:rPr lang="en-US" dirty="0"/>
              <a:t>A</a:t>
            </a:r>
            <a:r>
              <a:rPr lang="he-IL" dirty="0"/>
              <a:t>.</a:t>
            </a:r>
          </a:p>
          <a:p>
            <a:pPr marL="0">
              <a:buNone/>
            </a:pPr>
            <a:r>
              <a:rPr lang="he-IL" dirty="0"/>
              <a:t>נגדיר:</a:t>
            </a:r>
          </a:p>
          <a:p>
            <a:pPr marL="0">
              <a:buNone/>
            </a:pPr>
            <a:r>
              <a:rPr lang="en-US" dirty="0"/>
              <a:t>v(t)</a:t>
            </a:r>
            <a:r>
              <a:rPr lang="he-IL" dirty="0"/>
              <a:t> – מספר ה-1-ים בסדרת הכניסה מ-</a:t>
            </a:r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he-IL" dirty="0"/>
              <a:t> ועד </a:t>
            </a:r>
            <a:r>
              <a:rPr lang="en-US" dirty="0"/>
              <a:t>t</a:t>
            </a:r>
            <a:r>
              <a:rPr lang="he-IL" dirty="0"/>
              <a:t>.</a:t>
            </a:r>
          </a:p>
          <a:p>
            <a:pPr marL="0">
              <a:buNone/>
            </a:pPr>
            <a:r>
              <a:rPr lang="en-US" dirty="0"/>
              <a:t>u(t)</a:t>
            </a:r>
            <a:r>
              <a:rPr lang="he-IL" dirty="0"/>
              <a:t> – מספר ה-0-ים בסדרת הכניסה מ-</a:t>
            </a:r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he-IL" dirty="0"/>
              <a:t> ועד </a:t>
            </a:r>
            <a:r>
              <a:rPr lang="en-US" dirty="0"/>
              <a:t>t</a:t>
            </a:r>
            <a:r>
              <a:rPr lang="he-IL" dirty="0"/>
              <a:t>.</a:t>
            </a:r>
          </a:p>
          <a:p>
            <a:pPr marL="0">
              <a:buNone/>
            </a:pPr>
            <a:r>
              <a:rPr lang="he-IL" dirty="0"/>
              <a:t>היציאה בזמן </a:t>
            </a:r>
            <a:r>
              <a:rPr lang="en-US" dirty="0"/>
              <a:t>t</a:t>
            </a:r>
            <a:r>
              <a:rPr lang="he-IL" dirty="0"/>
              <a:t> צריכה להיות 1 אמ''מ </a:t>
            </a:r>
            <a:r>
              <a:rPr lang="en-US" dirty="0"/>
              <a:t>v(t)-u(t)=3k</a:t>
            </a:r>
            <a:r>
              <a:rPr lang="he-IL" dirty="0"/>
              <a:t> עבור כל </a:t>
            </a:r>
            <a:r>
              <a:rPr lang="en-US" dirty="0"/>
              <a:t>k</a:t>
            </a:r>
            <a:r>
              <a:rPr lang="he-IL" dirty="0"/>
              <a:t> טבעי (שלם חיובי, שלם שלילי, או 0).</a:t>
            </a:r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29</a:t>
            </a:fld>
            <a:endParaRPr lang="he-IL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302" y="362995"/>
            <a:ext cx="7543800" cy="1433675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3 – דיאגרמת מצבים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30</a:t>
            </a:fld>
            <a:endParaRPr lang="he-IL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EB99F2-4B8C-3A1E-A81A-AB5E8BE513CF}"/>
              </a:ext>
            </a:extLst>
          </p:cNvPr>
          <p:cNvGrpSpPr/>
          <p:nvPr/>
        </p:nvGrpSpPr>
        <p:grpSpPr>
          <a:xfrm>
            <a:off x="1403648" y="1988840"/>
            <a:ext cx="6123991" cy="4252045"/>
            <a:chOff x="248209" y="1907540"/>
            <a:chExt cx="6123991" cy="4252045"/>
          </a:xfrm>
        </p:grpSpPr>
        <p:sp>
          <p:nvSpPr>
            <p:cNvPr id="8" name="TextBox 51">
              <a:extLst>
                <a:ext uri="{FF2B5EF4-FFF2-40B4-BE49-F238E27FC236}">
                  <a16:creationId xmlns:a16="http://schemas.microsoft.com/office/drawing/2014/main" id="{364E4F78-EBBB-3F76-CA80-5F39E78D867F}"/>
                </a:ext>
              </a:extLst>
            </p:cNvPr>
            <p:cNvSpPr txBox="1"/>
            <p:nvPr/>
          </p:nvSpPr>
          <p:spPr>
            <a:xfrm>
              <a:off x="293065" y="1907540"/>
              <a:ext cx="106893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/>
                <a:t>reset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D49C622-3DAB-8754-389B-E7F207C5EB6A}"/>
                </a:ext>
              </a:extLst>
            </p:cNvPr>
            <p:cNvGrpSpPr/>
            <p:nvPr/>
          </p:nvGrpSpPr>
          <p:grpSpPr>
            <a:xfrm>
              <a:off x="248209" y="2235536"/>
              <a:ext cx="6123991" cy="3924049"/>
              <a:chOff x="248209" y="2235536"/>
              <a:chExt cx="6123991" cy="3924049"/>
            </a:xfrm>
          </p:grpSpPr>
          <p:sp>
            <p:nvSpPr>
              <p:cNvPr id="5" name="Oval 3">
                <a:extLst>
                  <a:ext uri="{FF2B5EF4-FFF2-40B4-BE49-F238E27FC236}">
                    <a16:creationId xmlns:a16="http://schemas.microsoft.com/office/drawing/2014/main" id="{66733CF6-430E-C771-2B3E-16938F50C73E}"/>
                  </a:ext>
                </a:extLst>
              </p:cNvPr>
              <p:cNvSpPr/>
              <p:nvPr/>
            </p:nvSpPr>
            <p:spPr>
              <a:xfrm>
                <a:off x="827530" y="2296102"/>
                <a:ext cx="1440160" cy="14401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dk1"/>
                    </a:solidFill>
                  </a:rPr>
                  <a:t>A</a:t>
                </a:r>
              </a:p>
              <a:p>
                <a:pPr algn="ctr"/>
                <a:r>
                  <a:rPr lang="en-US" sz="1400" dirty="0"/>
                  <a:t>Remainder</a:t>
                </a:r>
                <a:endParaRPr lang="en-US" dirty="0"/>
              </a:p>
              <a:p>
                <a:pPr algn="ctr"/>
                <a:r>
                  <a:rPr lang="en-US" dirty="0">
                    <a:solidFill>
                      <a:schemeClr val="dk1"/>
                    </a:solidFill>
                  </a:rPr>
                  <a:t> 0</a:t>
                </a:r>
                <a:endParaRPr lang="he-IL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6F93E58-B6EB-82AE-6505-33EC9792D517}"/>
                  </a:ext>
                </a:extLst>
              </p:cNvPr>
              <p:cNvSpPr/>
              <p:nvPr/>
            </p:nvSpPr>
            <p:spPr>
              <a:xfrm>
                <a:off x="4932040" y="2276872"/>
                <a:ext cx="1440160" cy="14401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dk1"/>
                    </a:solidFill>
                  </a:rPr>
                  <a:t>B</a:t>
                </a:r>
              </a:p>
              <a:p>
                <a:pPr algn="ctr"/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Remainder</a:t>
                </a:r>
                <a:r>
                  <a:rPr lang="en-US" dirty="0">
                    <a:solidFill>
                      <a:schemeClr val="dk1"/>
                    </a:solidFill>
                  </a:rPr>
                  <a:t> 1</a:t>
                </a:r>
                <a:endParaRPr lang="he-IL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7" name="Oval 5">
                <a:extLst>
                  <a:ext uri="{FF2B5EF4-FFF2-40B4-BE49-F238E27FC236}">
                    <a16:creationId xmlns:a16="http://schemas.microsoft.com/office/drawing/2014/main" id="{20291BC9-E962-A030-33B3-739741744CAF}"/>
                  </a:ext>
                </a:extLst>
              </p:cNvPr>
              <p:cNvSpPr/>
              <p:nvPr/>
            </p:nvSpPr>
            <p:spPr>
              <a:xfrm>
                <a:off x="3275856" y="4719425"/>
                <a:ext cx="1440160" cy="14401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dk1"/>
                    </a:solidFill>
                  </a:rPr>
                  <a:t>C</a:t>
                </a:r>
              </a:p>
              <a:p>
                <a:pPr algn="ctr"/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Remainder</a:t>
                </a:r>
                <a:r>
                  <a:rPr lang="en-US" dirty="0">
                    <a:solidFill>
                      <a:schemeClr val="dk1"/>
                    </a:solidFill>
                  </a:rPr>
                  <a:t> 2</a:t>
                </a:r>
                <a:endParaRPr lang="he-IL" dirty="0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9" name="Straight Arrow Connector 22">
                <a:extLst>
                  <a:ext uri="{FF2B5EF4-FFF2-40B4-BE49-F238E27FC236}">
                    <a16:creationId xmlns:a16="http://schemas.microsoft.com/office/drawing/2014/main" id="{A0C814AC-3AC7-707E-6381-7963C8C5ABD9}"/>
                  </a:ext>
                </a:extLst>
              </p:cNvPr>
              <p:cNvCxnSpPr>
                <a:cxnSpLocks/>
                <a:stCxn id="5" idx="5"/>
                <a:endCxn id="7" idx="2"/>
              </p:cNvCxnSpPr>
              <p:nvPr/>
            </p:nvCxnSpPr>
            <p:spPr>
              <a:xfrm>
                <a:off x="2056783" y="3525355"/>
                <a:ext cx="1219073" cy="191415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22">
                <a:extLst>
                  <a:ext uri="{FF2B5EF4-FFF2-40B4-BE49-F238E27FC236}">
                    <a16:creationId xmlns:a16="http://schemas.microsoft.com/office/drawing/2014/main" id="{58862B21-BAFF-4CBB-A3AE-D557F942B871}"/>
                  </a:ext>
                </a:extLst>
              </p:cNvPr>
              <p:cNvCxnSpPr>
                <a:cxnSpLocks/>
                <a:endCxn id="5" idx="1"/>
              </p:cNvCxnSpPr>
              <p:nvPr/>
            </p:nvCxnSpPr>
            <p:spPr>
              <a:xfrm>
                <a:off x="248209" y="2235536"/>
                <a:ext cx="790228" cy="271473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4" name="TextBox 51">
                <a:extLst>
                  <a:ext uri="{FF2B5EF4-FFF2-40B4-BE49-F238E27FC236}">
                    <a16:creationId xmlns:a16="http://schemas.microsoft.com/office/drawing/2014/main" id="{0D914237-CF0E-1067-D0FB-6E474CE573BB}"/>
                  </a:ext>
                </a:extLst>
              </p:cNvPr>
              <p:cNvSpPr txBox="1"/>
              <p:nvPr/>
            </p:nvSpPr>
            <p:spPr>
              <a:xfrm>
                <a:off x="1619672" y="4453458"/>
                <a:ext cx="106893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X=0/Z=0</a:t>
                </a:r>
              </a:p>
            </p:txBody>
          </p:sp>
          <p:cxnSp>
            <p:nvCxnSpPr>
              <p:cNvPr id="15" name="Straight Arrow Connector 22">
                <a:extLst>
                  <a:ext uri="{FF2B5EF4-FFF2-40B4-BE49-F238E27FC236}">
                    <a16:creationId xmlns:a16="http://schemas.microsoft.com/office/drawing/2014/main" id="{8751799F-56AB-5C4C-223B-961B0CA14467}"/>
                  </a:ext>
                </a:extLst>
              </p:cNvPr>
              <p:cNvCxnSpPr>
                <a:cxnSpLocks/>
                <a:stCxn id="7" idx="1"/>
                <a:endCxn id="5" idx="6"/>
              </p:cNvCxnSpPr>
              <p:nvPr/>
            </p:nvCxnSpPr>
            <p:spPr>
              <a:xfrm flipH="1" flipV="1">
                <a:off x="2267690" y="3016182"/>
                <a:ext cx="1219073" cy="191415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0" name="TextBox 51">
                <a:extLst>
                  <a:ext uri="{FF2B5EF4-FFF2-40B4-BE49-F238E27FC236}">
                    <a16:creationId xmlns:a16="http://schemas.microsoft.com/office/drawing/2014/main" id="{2D962844-18E6-0545-F937-9F07D4D27B16}"/>
                  </a:ext>
                </a:extLst>
              </p:cNvPr>
              <p:cNvSpPr txBox="1"/>
              <p:nvPr/>
            </p:nvSpPr>
            <p:spPr>
              <a:xfrm>
                <a:off x="2927006" y="3788591"/>
                <a:ext cx="106893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X=1/Z=1</a:t>
                </a:r>
              </a:p>
            </p:txBody>
          </p:sp>
          <p:cxnSp>
            <p:nvCxnSpPr>
              <p:cNvPr id="21" name="Straight Arrow Connector 22">
                <a:extLst>
                  <a:ext uri="{FF2B5EF4-FFF2-40B4-BE49-F238E27FC236}">
                    <a16:creationId xmlns:a16="http://schemas.microsoft.com/office/drawing/2014/main" id="{FBBA8593-3321-661B-E795-4E0F42CAAF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23662" y="2708920"/>
                <a:ext cx="2780332" cy="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5" name="TextBox 51">
                <a:extLst>
                  <a:ext uri="{FF2B5EF4-FFF2-40B4-BE49-F238E27FC236}">
                    <a16:creationId xmlns:a16="http://schemas.microsoft.com/office/drawing/2014/main" id="{A5DBABBD-15CA-8B6E-A903-5E48BC3254BF}"/>
                  </a:ext>
                </a:extLst>
              </p:cNvPr>
              <p:cNvSpPr txBox="1"/>
              <p:nvPr/>
            </p:nvSpPr>
            <p:spPr>
              <a:xfrm>
                <a:off x="3129357" y="2346434"/>
                <a:ext cx="106893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X=1/Z=0</a:t>
                </a:r>
              </a:p>
            </p:txBody>
          </p:sp>
          <p:cxnSp>
            <p:nvCxnSpPr>
              <p:cNvPr id="26" name="Straight Arrow Connector 22">
                <a:extLst>
                  <a:ext uri="{FF2B5EF4-FFF2-40B4-BE49-F238E27FC236}">
                    <a16:creationId xmlns:a16="http://schemas.microsoft.com/office/drawing/2014/main" id="{CEB8E6E9-CB83-FDE7-4F9A-065E6A4F38A3}"/>
                  </a:ext>
                </a:extLst>
              </p:cNvPr>
              <p:cNvCxnSpPr>
                <a:cxnSpLocks/>
                <a:stCxn id="6" idx="3"/>
                <a:endCxn id="7" idx="7"/>
              </p:cNvCxnSpPr>
              <p:nvPr/>
            </p:nvCxnSpPr>
            <p:spPr>
              <a:xfrm flipH="1">
                <a:off x="4505109" y="3506125"/>
                <a:ext cx="637838" cy="1424207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1" name="TextBox 51">
                <a:extLst>
                  <a:ext uri="{FF2B5EF4-FFF2-40B4-BE49-F238E27FC236}">
                    <a16:creationId xmlns:a16="http://schemas.microsoft.com/office/drawing/2014/main" id="{86480E53-3244-40F5-0E4C-00892D3CC63B}"/>
                  </a:ext>
                </a:extLst>
              </p:cNvPr>
              <p:cNvSpPr txBox="1"/>
              <p:nvPr/>
            </p:nvSpPr>
            <p:spPr>
              <a:xfrm>
                <a:off x="4022929" y="3575687"/>
                <a:ext cx="106893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X=1/Z=0</a:t>
                </a:r>
              </a:p>
            </p:txBody>
          </p:sp>
          <p:cxnSp>
            <p:nvCxnSpPr>
              <p:cNvPr id="32" name="Straight Arrow Connector 22">
                <a:extLst>
                  <a:ext uri="{FF2B5EF4-FFF2-40B4-BE49-F238E27FC236}">
                    <a16:creationId xmlns:a16="http://schemas.microsoft.com/office/drawing/2014/main" id="{C31E4DC9-95EE-614B-BF5F-5475EAC39F34}"/>
                  </a:ext>
                </a:extLst>
              </p:cNvPr>
              <p:cNvCxnSpPr>
                <a:cxnSpLocks/>
                <a:stCxn id="7" idx="6"/>
                <a:endCxn id="6" idx="4"/>
              </p:cNvCxnSpPr>
              <p:nvPr/>
            </p:nvCxnSpPr>
            <p:spPr>
              <a:xfrm flipV="1">
                <a:off x="4716016" y="3717032"/>
                <a:ext cx="936104" cy="1722473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5" name="TextBox 51">
                <a:extLst>
                  <a:ext uri="{FF2B5EF4-FFF2-40B4-BE49-F238E27FC236}">
                    <a16:creationId xmlns:a16="http://schemas.microsoft.com/office/drawing/2014/main" id="{6C26A80E-626D-060B-1795-C9A5D2B1D6F5}"/>
                  </a:ext>
                </a:extLst>
              </p:cNvPr>
              <p:cNvSpPr txBox="1"/>
              <p:nvPr/>
            </p:nvSpPr>
            <p:spPr>
              <a:xfrm>
                <a:off x="5245527" y="4350465"/>
                <a:ext cx="106893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X=0/Z=0</a:t>
                </a:r>
              </a:p>
            </p:txBody>
          </p:sp>
          <p:cxnSp>
            <p:nvCxnSpPr>
              <p:cNvPr id="36" name="Straight Arrow Connector 22">
                <a:extLst>
                  <a:ext uri="{FF2B5EF4-FFF2-40B4-BE49-F238E27FC236}">
                    <a16:creationId xmlns:a16="http://schemas.microsoft.com/office/drawing/2014/main" id="{EC421205-2F29-9F8A-5122-954687983D79}"/>
                  </a:ext>
                </a:extLst>
              </p:cNvPr>
              <p:cNvCxnSpPr>
                <a:cxnSpLocks/>
                <a:stCxn id="6" idx="2"/>
                <a:endCxn id="5" idx="6"/>
              </p:cNvCxnSpPr>
              <p:nvPr/>
            </p:nvCxnSpPr>
            <p:spPr>
              <a:xfrm flipH="1">
                <a:off x="2267690" y="2996952"/>
                <a:ext cx="2664350" cy="1923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39" name="TextBox 51">
                <a:extLst>
                  <a:ext uri="{FF2B5EF4-FFF2-40B4-BE49-F238E27FC236}">
                    <a16:creationId xmlns:a16="http://schemas.microsoft.com/office/drawing/2014/main" id="{61DCD63C-46FE-FDB4-690B-FEF59CE18263}"/>
                  </a:ext>
                </a:extLst>
              </p:cNvPr>
              <p:cNvSpPr txBox="1"/>
              <p:nvPr/>
            </p:nvSpPr>
            <p:spPr>
              <a:xfrm>
                <a:off x="3143031" y="3035412"/>
                <a:ext cx="106893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X=0/Z=1</a:t>
                </a:r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2A149-8640-FEDE-2CE3-0963C533F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40C22-6DFF-ADA5-4D26-617A0D5D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573" y="332656"/>
            <a:ext cx="7543800" cy="828641"/>
          </a:xfrm>
        </p:spPr>
        <p:txBody>
          <a:bodyPr>
            <a:normAutofit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3 – טבלת מצבים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C51CF-6251-9319-92CD-6128ECD6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31</a:t>
            </a:fld>
            <a:endParaRPr lang="he-IL"/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D0B22C0D-F6F6-C3F5-A43D-743569664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2068" y="2646486"/>
            <a:ext cx="2232248" cy="2328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659FD8-446D-0215-F830-E7EFBAFB7899}"/>
              </a:ext>
            </a:extLst>
          </p:cNvPr>
          <p:cNvGrpSpPr/>
          <p:nvPr/>
        </p:nvGrpSpPr>
        <p:grpSpPr>
          <a:xfrm>
            <a:off x="179512" y="1916832"/>
            <a:ext cx="6123991" cy="4252045"/>
            <a:chOff x="248209" y="1907540"/>
            <a:chExt cx="6123991" cy="4252045"/>
          </a:xfrm>
        </p:grpSpPr>
        <p:sp>
          <p:nvSpPr>
            <p:cNvPr id="5" name="TextBox 51">
              <a:extLst>
                <a:ext uri="{FF2B5EF4-FFF2-40B4-BE49-F238E27FC236}">
                  <a16:creationId xmlns:a16="http://schemas.microsoft.com/office/drawing/2014/main" id="{1EB96F8F-2242-B1E6-63FF-A228E5D5941D}"/>
                </a:ext>
              </a:extLst>
            </p:cNvPr>
            <p:cNvSpPr txBox="1"/>
            <p:nvPr/>
          </p:nvSpPr>
          <p:spPr>
            <a:xfrm>
              <a:off x="293065" y="1907540"/>
              <a:ext cx="106893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/>
                <a:t>reset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B5DAC11-22C0-99AB-6AF8-7BF993322AE6}"/>
                </a:ext>
              </a:extLst>
            </p:cNvPr>
            <p:cNvGrpSpPr/>
            <p:nvPr/>
          </p:nvGrpSpPr>
          <p:grpSpPr>
            <a:xfrm>
              <a:off x="248209" y="2235536"/>
              <a:ext cx="6123991" cy="3924049"/>
              <a:chOff x="248209" y="2235536"/>
              <a:chExt cx="6123991" cy="3924049"/>
            </a:xfrm>
          </p:grpSpPr>
          <p:sp>
            <p:nvSpPr>
              <p:cNvPr id="7" name="Oval 3">
                <a:extLst>
                  <a:ext uri="{FF2B5EF4-FFF2-40B4-BE49-F238E27FC236}">
                    <a16:creationId xmlns:a16="http://schemas.microsoft.com/office/drawing/2014/main" id="{48D10C1D-BA8E-A187-F098-A41BCF19AA8C}"/>
                  </a:ext>
                </a:extLst>
              </p:cNvPr>
              <p:cNvSpPr/>
              <p:nvPr/>
            </p:nvSpPr>
            <p:spPr>
              <a:xfrm>
                <a:off x="827530" y="2296102"/>
                <a:ext cx="1440160" cy="14401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dk1"/>
                    </a:solidFill>
                  </a:rPr>
                  <a:t>A</a:t>
                </a:r>
              </a:p>
              <a:p>
                <a:pPr algn="ctr"/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Remainder</a:t>
                </a:r>
                <a:r>
                  <a:rPr lang="en-US" dirty="0">
                    <a:solidFill>
                      <a:schemeClr val="dk1"/>
                    </a:solidFill>
                  </a:rPr>
                  <a:t> 0</a:t>
                </a:r>
                <a:endParaRPr lang="he-IL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D2A6C40-C101-E1A2-2722-A90C7580D3CB}"/>
                  </a:ext>
                </a:extLst>
              </p:cNvPr>
              <p:cNvSpPr/>
              <p:nvPr/>
            </p:nvSpPr>
            <p:spPr>
              <a:xfrm>
                <a:off x="4932040" y="2276872"/>
                <a:ext cx="1440160" cy="14401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dk1"/>
                    </a:solidFill>
                  </a:rPr>
                  <a:t>B</a:t>
                </a:r>
              </a:p>
              <a:p>
                <a:pPr algn="ctr"/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Remainder</a:t>
                </a:r>
                <a:r>
                  <a:rPr lang="en-US" dirty="0">
                    <a:solidFill>
                      <a:schemeClr val="dk1"/>
                    </a:solidFill>
                  </a:rPr>
                  <a:t> 1</a:t>
                </a:r>
                <a:endParaRPr lang="he-IL" dirty="0">
                  <a:solidFill>
                    <a:schemeClr val="dk1"/>
                  </a:solidFill>
                </a:endParaRPr>
              </a:p>
            </p:txBody>
          </p:sp>
          <p:sp>
            <p:nvSpPr>
              <p:cNvPr id="9" name="Oval 5">
                <a:extLst>
                  <a:ext uri="{FF2B5EF4-FFF2-40B4-BE49-F238E27FC236}">
                    <a16:creationId xmlns:a16="http://schemas.microsoft.com/office/drawing/2014/main" id="{4E002935-F6BD-7999-28DA-63598594BD9F}"/>
                  </a:ext>
                </a:extLst>
              </p:cNvPr>
              <p:cNvSpPr/>
              <p:nvPr/>
            </p:nvSpPr>
            <p:spPr>
              <a:xfrm>
                <a:off x="3275856" y="4719425"/>
                <a:ext cx="1440160" cy="14401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dk1"/>
                    </a:solidFill>
                  </a:rPr>
                  <a:t>C</a:t>
                </a:r>
              </a:p>
              <a:p>
                <a:pPr algn="ctr"/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Remainder</a:t>
                </a:r>
                <a:r>
                  <a:rPr lang="en-US" dirty="0">
                    <a:solidFill>
                      <a:schemeClr val="dk1"/>
                    </a:solidFill>
                  </a:rPr>
                  <a:t> 2</a:t>
                </a:r>
                <a:endParaRPr lang="he-IL" dirty="0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10" name="Straight Arrow Connector 22">
                <a:extLst>
                  <a:ext uri="{FF2B5EF4-FFF2-40B4-BE49-F238E27FC236}">
                    <a16:creationId xmlns:a16="http://schemas.microsoft.com/office/drawing/2014/main" id="{571F6247-4866-DF8B-8D0C-60A66A10CD3D}"/>
                  </a:ext>
                </a:extLst>
              </p:cNvPr>
              <p:cNvCxnSpPr>
                <a:cxnSpLocks/>
                <a:stCxn id="7" idx="5"/>
                <a:endCxn id="9" idx="2"/>
              </p:cNvCxnSpPr>
              <p:nvPr/>
            </p:nvCxnSpPr>
            <p:spPr>
              <a:xfrm>
                <a:off x="2056783" y="3525355"/>
                <a:ext cx="1219073" cy="191415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22">
                <a:extLst>
                  <a:ext uri="{FF2B5EF4-FFF2-40B4-BE49-F238E27FC236}">
                    <a16:creationId xmlns:a16="http://schemas.microsoft.com/office/drawing/2014/main" id="{91332CAB-FC99-61C0-2AD1-D4D1591CE820}"/>
                  </a:ext>
                </a:extLst>
              </p:cNvPr>
              <p:cNvCxnSpPr>
                <a:cxnSpLocks/>
                <a:endCxn id="7" idx="1"/>
              </p:cNvCxnSpPr>
              <p:nvPr/>
            </p:nvCxnSpPr>
            <p:spPr>
              <a:xfrm>
                <a:off x="248209" y="2235536"/>
                <a:ext cx="790228" cy="271473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2" name="TextBox 51">
                <a:extLst>
                  <a:ext uri="{FF2B5EF4-FFF2-40B4-BE49-F238E27FC236}">
                    <a16:creationId xmlns:a16="http://schemas.microsoft.com/office/drawing/2014/main" id="{7129DCBD-22E2-3A56-D03A-FF18A54F6FF6}"/>
                  </a:ext>
                </a:extLst>
              </p:cNvPr>
              <p:cNvSpPr txBox="1"/>
              <p:nvPr/>
            </p:nvSpPr>
            <p:spPr>
              <a:xfrm>
                <a:off x="1619672" y="4453458"/>
                <a:ext cx="106893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X=0/Z=0</a:t>
                </a:r>
              </a:p>
            </p:txBody>
          </p:sp>
          <p:cxnSp>
            <p:nvCxnSpPr>
              <p:cNvPr id="13" name="Straight Arrow Connector 22">
                <a:extLst>
                  <a:ext uri="{FF2B5EF4-FFF2-40B4-BE49-F238E27FC236}">
                    <a16:creationId xmlns:a16="http://schemas.microsoft.com/office/drawing/2014/main" id="{1F4AE350-19C8-794F-8A7E-4D546790447E}"/>
                  </a:ext>
                </a:extLst>
              </p:cNvPr>
              <p:cNvCxnSpPr>
                <a:cxnSpLocks/>
                <a:stCxn id="9" idx="1"/>
                <a:endCxn id="7" idx="6"/>
              </p:cNvCxnSpPr>
              <p:nvPr/>
            </p:nvCxnSpPr>
            <p:spPr>
              <a:xfrm flipH="1" flipV="1">
                <a:off x="2267690" y="3016182"/>
                <a:ext cx="1219073" cy="191415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4" name="TextBox 51">
                <a:extLst>
                  <a:ext uri="{FF2B5EF4-FFF2-40B4-BE49-F238E27FC236}">
                    <a16:creationId xmlns:a16="http://schemas.microsoft.com/office/drawing/2014/main" id="{71CABE81-8105-5622-2320-A3029D9323DA}"/>
                  </a:ext>
                </a:extLst>
              </p:cNvPr>
              <p:cNvSpPr txBox="1"/>
              <p:nvPr/>
            </p:nvSpPr>
            <p:spPr>
              <a:xfrm>
                <a:off x="2927006" y="3788591"/>
                <a:ext cx="106893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X=1/Z=1</a:t>
                </a:r>
              </a:p>
            </p:txBody>
          </p:sp>
          <p:cxnSp>
            <p:nvCxnSpPr>
              <p:cNvPr id="15" name="Straight Arrow Connector 22">
                <a:extLst>
                  <a:ext uri="{FF2B5EF4-FFF2-40B4-BE49-F238E27FC236}">
                    <a16:creationId xmlns:a16="http://schemas.microsoft.com/office/drawing/2014/main" id="{7DF98660-1D08-B0BF-427E-64F094FFCC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23662" y="2708920"/>
                <a:ext cx="2780332" cy="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6" name="TextBox 51">
                <a:extLst>
                  <a:ext uri="{FF2B5EF4-FFF2-40B4-BE49-F238E27FC236}">
                    <a16:creationId xmlns:a16="http://schemas.microsoft.com/office/drawing/2014/main" id="{20CC761B-B47B-8327-E4C2-A23100F8A404}"/>
                  </a:ext>
                </a:extLst>
              </p:cNvPr>
              <p:cNvSpPr txBox="1"/>
              <p:nvPr/>
            </p:nvSpPr>
            <p:spPr>
              <a:xfrm>
                <a:off x="3129357" y="2346434"/>
                <a:ext cx="106893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X=1/Z=0</a:t>
                </a:r>
              </a:p>
            </p:txBody>
          </p:sp>
          <p:cxnSp>
            <p:nvCxnSpPr>
              <p:cNvPr id="17" name="Straight Arrow Connector 22">
                <a:extLst>
                  <a:ext uri="{FF2B5EF4-FFF2-40B4-BE49-F238E27FC236}">
                    <a16:creationId xmlns:a16="http://schemas.microsoft.com/office/drawing/2014/main" id="{7A90708B-DF17-DFFF-A7B7-8D0C5793E825}"/>
                  </a:ext>
                </a:extLst>
              </p:cNvPr>
              <p:cNvCxnSpPr>
                <a:cxnSpLocks/>
                <a:stCxn id="8" idx="3"/>
                <a:endCxn id="9" idx="7"/>
              </p:cNvCxnSpPr>
              <p:nvPr/>
            </p:nvCxnSpPr>
            <p:spPr>
              <a:xfrm flipH="1">
                <a:off x="4505109" y="3506125"/>
                <a:ext cx="637838" cy="1424207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8" name="TextBox 51">
                <a:extLst>
                  <a:ext uri="{FF2B5EF4-FFF2-40B4-BE49-F238E27FC236}">
                    <a16:creationId xmlns:a16="http://schemas.microsoft.com/office/drawing/2014/main" id="{170C611E-7F59-E8AD-0B29-116DB9561F39}"/>
                  </a:ext>
                </a:extLst>
              </p:cNvPr>
              <p:cNvSpPr txBox="1"/>
              <p:nvPr/>
            </p:nvSpPr>
            <p:spPr>
              <a:xfrm>
                <a:off x="4022929" y="3575687"/>
                <a:ext cx="106893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X=1/Z=0</a:t>
                </a:r>
              </a:p>
            </p:txBody>
          </p:sp>
          <p:cxnSp>
            <p:nvCxnSpPr>
              <p:cNvPr id="19" name="Straight Arrow Connector 22">
                <a:extLst>
                  <a:ext uri="{FF2B5EF4-FFF2-40B4-BE49-F238E27FC236}">
                    <a16:creationId xmlns:a16="http://schemas.microsoft.com/office/drawing/2014/main" id="{BE838C20-4841-4FA7-9E28-64E9BD8D1407}"/>
                  </a:ext>
                </a:extLst>
              </p:cNvPr>
              <p:cNvCxnSpPr>
                <a:cxnSpLocks/>
                <a:stCxn id="9" idx="6"/>
                <a:endCxn id="8" idx="4"/>
              </p:cNvCxnSpPr>
              <p:nvPr/>
            </p:nvCxnSpPr>
            <p:spPr>
              <a:xfrm flipV="1">
                <a:off x="4716016" y="3717032"/>
                <a:ext cx="936104" cy="1722473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0" name="TextBox 51">
                <a:extLst>
                  <a:ext uri="{FF2B5EF4-FFF2-40B4-BE49-F238E27FC236}">
                    <a16:creationId xmlns:a16="http://schemas.microsoft.com/office/drawing/2014/main" id="{1ED17B66-DA47-E7CD-6274-F8A4ED234D36}"/>
                  </a:ext>
                </a:extLst>
              </p:cNvPr>
              <p:cNvSpPr txBox="1"/>
              <p:nvPr/>
            </p:nvSpPr>
            <p:spPr>
              <a:xfrm>
                <a:off x="5245527" y="4350465"/>
                <a:ext cx="106893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X=0/Z=0</a:t>
                </a:r>
              </a:p>
            </p:txBody>
          </p:sp>
          <p:cxnSp>
            <p:nvCxnSpPr>
              <p:cNvPr id="21" name="Straight Arrow Connector 22">
                <a:extLst>
                  <a:ext uri="{FF2B5EF4-FFF2-40B4-BE49-F238E27FC236}">
                    <a16:creationId xmlns:a16="http://schemas.microsoft.com/office/drawing/2014/main" id="{ABF28BE0-F84C-5345-AE17-E9B57F728088}"/>
                  </a:ext>
                </a:extLst>
              </p:cNvPr>
              <p:cNvCxnSpPr>
                <a:cxnSpLocks/>
                <a:stCxn id="8" idx="2"/>
                <a:endCxn id="7" idx="6"/>
              </p:cNvCxnSpPr>
              <p:nvPr/>
            </p:nvCxnSpPr>
            <p:spPr>
              <a:xfrm flipH="1">
                <a:off x="2267690" y="2996952"/>
                <a:ext cx="2664350" cy="19230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2" name="TextBox 51">
                <a:extLst>
                  <a:ext uri="{FF2B5EF4-FFF2-40B4-BE49-F238E27FC236}">
                    <a16:creationId xmlns:a16="http://schemas.microsoft.com/office/drawing/2014/main" id="{3D75023A-909B-122B-80DF-1881CA80FD1A}"/>
                  </a:ext>
                </a:extLst>
              </p:cNvPr>
              <p:cNvSpPr txBox="1"/>
              <p:nvPr/>
            </p:nvSpPr>
            <p:spPr>
              <a:xfrm>
                <a:off x="3143031" y="3035412"/>
                <a:ext cx="106893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X=0/Z=1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616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3600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3 – הקצאת מצבים וטבלת מעברים</a:t>
            </a:r>
            <a:endParaRPr lang="he-IL" sz="3600" dirty="0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32</a:t>
            </a:fld>
            <a:endParaRPr lang="he-IL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1866325"/>
            <a:ext cx="5507972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2960" y="2708920"/>
            <a:ext cx="2232248" cy="2328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035538"/>
              </p:ext>
            </p:extLst>
          </p:nvPr>
        </p:nvGraphicFramePr>
        <p:xfrm>
          <a:off x="4860032" y="4098573"/>
          <a:ext cx="2667000" cy="16462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74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9" marB="457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29" marB="4572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2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6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4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29" marB="4572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3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7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5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Group 11"/>
          <p:cNvGrpSpPr>
            <a:grpSpLocks/>
          </p:cNvGrpSpPr>
          <p:nvPr/>
        </p:nvGrpSpPr>
        <p:grpSpPr bwMode="auto">
          <a:xfrm>
            <a:off x="4860032" y="4073353"/>
            <a:ext cx="703465" cy="622721"/>
            <a:chOff x="762000" y="3252367"/>
            <a:chExt cx="703465" cy="622721"/>
          </a:xfrm>
        </p:grpSpPr>
        <p:cxnSp>
          <p:nvCxnSpPr>
            <p:cNvPr id="8" name="Straight Connector 9"/>
            <p:cNvCxnSpPr/>
            <p:nvPr/>
          </p:nvCxnSpPr>
          <p:spPr>
            <a:xfrm rot="10800000">
              <a:off x="762000" y="3402013"/>
              <a:ext cx="541338" cy="431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65"/>
            <p:cNvSpPr txBox="1">
              <a:spLocks noChangeArrowheads="1"/>
            </p:cNvSpPr>
            <p:nvPr/>
          </p:nvSpPr>
          <p:spPr bwMode="auto">
            <a:xfrm>
              <a:off x="880047" y="3252367"/>
              <a:ext cx="5854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y</a:t>
              </a:r>
              <a:r>
                <a:rPr lang="en-US" altLang="en-US" baseline="-25000" dirty="0"/>
                <a:t>1</a:t>
              </a:r>
              <a:r>
                <a:rPr lang="en-US" altLang="en-US" dirty="0"/>
                <a:t>y</a:t>
              </a:r>
              <a:r>
                <a:rPr lang="en-US" altLang="en-US" baseline="-25000" dirty="0"/>
                <a:t>2</a:t>
              </a:r>
              <a:endParaRPr lang="en-US" altLang="en-US" dirty="0"/>
            </a:p>
          </p:txBody>
        </p:sp>
        <p:sp>
          <p:nvSpPr>
            <p:cNvPr id="10" name="TextBox 66"/>
            <p:cNvSpPr txBox="1">
              <a:spLocks noChangeArrowheads="1"/>
            </p:cNvSpPr>
            <p:nvPr/>
          </p:nvSpPr>
          <p:spPr bwMode="auto">
            <a:xfrm>
              <a:off x="762000" y="3505200"/>
              <a:ext cx="3000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x</a:t>
              </a:r>
            </a:p>
          </p:txBody>
        </p:sp>
      </p:grpSp>
      <p:graphicFrame>
        <p:nvGraphicFramePr>
          <p:cNvPr id="11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231734"/>
              </p:ext>
            </p:extLst>
          </p:nvPr>
        </p:nvGraphicFramePr>
        <p:xfrm>
          <a:off x="4863419" y="4097551"/>
          <a:ext cx="2667000" cy="16462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74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9" marB="457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ase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D145732-9440-FF27-D8D5-77D1CE76D47E}"/>
              </a:ext>
            </a:extLst>
          </p:cNvPr>
          <p:cNvSpPr/>
          <p:nvPr/>
        </p:nvSpPr>
        <p:spPr>
          <a:xfrm>
            <a:off x="4950724" y="3117487"/>
            <a:ext cx="1709508" cy="2398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DD0793-85F5-9DF5-B6A8-A75D5F79E224}"/>
              </a:ext>
            </a:extLst>
          </p:cNvPr>
          <p:cNvSpPr/>
          <p:nvPr/>
        </p:nvSpPr>
        <p:spPr>
          <a:xfrm>
            <a:off x="6903280" y="3092547"/>
            <a:ext cx="1709508" cy="2398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604BBA-9D59-CE1E-10D4-0843AA9F9BBA}"/>
              </a:ext>
            </a:extLst>
          </p:cNvPr>
          <p:cNvSpPr/>
          <p:nvPr/>
        </p:nvSpPr>
        <p:spPr>
          <a:xfrm>
            <a:off x="5010051" y="3409478"/>
            <a:ext cx="1709508" cy="2398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22CC1F-B6F8-2C34-CDC4-60C1AFA29EB9}"/>
              </a:ext>
            </a:extLst>
          </p:cNvPr>
          <p:cNvSpPr/>
          <p:nvPr/>
        </p:nvSpPr>
        <p:spPr>
          <a:xfrm>
            <a:off x="6903280" y="3416852"/>
            <a:ext cx="1709508" cy="2398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30A6B6-1982-2FDA-840E-BCFC915631FE}"/>
              </a:ext>
            </a:extLst>
          </p:cNvPr>
          <p:cNvSpPr/>
          <p:nvPr/>
        </p:nvSpPr>
        <p:spPr>
          <a:xfrm>
            <a:off x="4988101" y="3741415"/>
            <a:ext cx="1709508" cy="2398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7E9D3E-093A-9E8D-7889-C8103D6CA162}"/>
              </a:ext>
            </a:extLst>
          </p:cNvPr>
          <p:cNvSpPr/>
          <p:nvPr/>
        </p:nvSpPr>
        <p:spPr>
          <a:xfrm>
            <a:off x="6909850" y="3741415"/>
            <a:ext cx="1709508" cy="2398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endParaRPr lang="en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DC35D-6984-61B2-23A3-6C519AACA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2FBD-F635-0EF3-0AD7-8B815424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3600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3 – הקצאת מצבים וטבלת מעברים</a:t>
            </a:r>
            <a:endParaRPr lang="he-IL" sz="3600" dirty="0"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FCCF5-5B53-48C6-CBAE-7E3F6034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33</a:t>
            </a:fld>
            <a:endParaRPr lang="he-IL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CDCA9D8-BAA2-699E-A0ED-DFD79DF6B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1866325"/>
            <a:ext cx="5507972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235EA847-6D0F-BB78-A800-FB502113F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2960" y="2708920"/>
            <a:ext cx="2232248" cy="2328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965855E-2B3B-2318-4A21-D0F28449D888}"/>
              </a:ext>
            </a:extLst>
          </p:cNvPr>
          <p:cNvGraphicFramePr>
            <a:graphicFrameLocks noGrp="1"/>
          </p:cNvGraphicFramePr>
          <p:nvPr/>
        </p:nvGraphicFramePr>
        <p:xfrm>
          <a:off x="4860032" y="4098573"/>
          <a:ext cx="2667000" cy="16462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74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9" marB="457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T="45729" marB="4572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0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2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6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4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29" marB="4572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3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7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5</a:t>
                      </a: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Group 11">
            <a:extLst>
              <a:ext uri="{FF2B5EF4-FFF2-40B4-BE49-F238E27FC236}">
                <a16:creationId xmlns:a16="http://schemas.microsoft.com/office/drawing/2014/main" id="{22BF84DE-A08B-0029-B085-A4D74F14A871}"/>
              </a:ext>
            </a:extLst>
          </p:cNvPr>
          <p:cNvGrpSpPr>
            <a:grpSpLocks/>
          </p:cNvGrpSpPr>
          <p:nvPr/>
        </p:nvGrpSpPr>
        <p:grpSpPr bwMode="auto">
          <a:xfrm>
            <a:off x="4860032" y="4073353"/>
            <a:ext cx="703465" cy="622721"/>
            <a:chOff x="762000" y="3252367"/>
            <a:chExt cx="703465" cy="622721"/>
          </a:xfrm>
        </p:grpSpPr>
        <p:cxnSp>
          <p:nvCxnSpPr>
            <p:cNvPr id="8" name="Straight Connector 9">
              <a:extLst>
                <a:ext uri="{FF2B5EF4-FFF2-40B4-BE49-F238E27FC236}">
                  <a16:creationId xmlns:a16="http://schemas.microsoft.com/office/drawing/2014/main" id="{61931119-0AB9-BB87-3F8F-35FCCA29BAC1}"/>
                </a:ext>
              </a:extLst>
            </p:cNvPr>
            <p:cNvCxnSpPr/>
            <p:nvPr/>
          </p:nvCxnSpPr>
          <p:spPr>
            <a:xfrm rot="10800000">
              <a:off x="762000" y="3402013"/>
              <a:ext cx="541338" cy="431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65">
              <a:extLst>
                <a:ext uri="{FF2B5EF4-FFF2-40B4-BE49-F238E27FC236}">
                  <a16:creationId xmlns:a16="http://schemas.microsoft.com/office/drawing/2014/main" id="{A8FF90BD-1759-EA4D-C26A-2C89DB006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0047" y="3252367"/>
              <a:ext cx="5854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y</a:t>
              </a:r>
              <a:r>
                <a:rPr lang="en-US" altLang="en-US" baseline="-25000" dirty="0"/>
                <a:t>1</a:t>
              </a:r>
              <a:r>
                <a:rPr lang="en-US" altLang="en-US" dirty="0"/>
                <a:t>y</a:t>
              </a:r>
              <a:r>
                <a:rPr lang="en-US" altLang="en-US" baseline="-25000" dirty="0"/>
                <a:t>2</a:t>
              </a:r>
              <a:endParaRPr lang="en-US" altLang="en-US" dirty="0"/>
            </a:p>
          </p:txBody>
        </p:sp>
        <p:sp>
          <p:nvSpPr>
            <p:cNvPr id="10" name="TextBox 66">
              <a:extLst>
                <a:ext uri="{FF2B5EF4-FFF2-40B4-BE49-F238E27FC236}">
                  <a16:creationId xmlns:a16="http://schemas.microsoft.com/office/drawing/2014/main" id="{4404017A-5490-9AA2-A4D6-BFD1BA7E5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3505200"/>
              <a:ext cx="3000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dirty="0"/>
                <a:t>x</a:t>
              </a:r>
            </a:p>
          </p:txBody>
        </p:sp>
      </p:grp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762BD855-10EB-3BB4-3CD6-70DF29566BFD}"/>
              </a:ext>
            </a:extLst>
          </p:cNvPr>
          <p:cNvGraphicFramePr>
            <a:graphicFrameLocks noGrp="1"/>
          </p:cNvGraphicFramePr>
          <p:nvPr/>
        </p:nvGraphicFramePr>
        <p:xfrm>
          <a:off x="4863419" y="4097551"/>
          <a:ext cx="2667000" cy="16462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74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9" marB="4572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9" marB="4572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fontAlgn="base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8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29" marB="457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2820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3 – פונקציות הכניסה והיציאה</a:t>
            </a:r>
            <a:endParaRPr lang="he-IL" dirty="0">
              <a:cs typeface="+mn-cs"/>
            </a:endParaRPr>
          </a:p>
        </p:txBody>
      </p:sp>
      <p:graphicFrame>
        <p:nvGraphicFramePr>
          <p:cNvPr id="7178" name="Object 10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802209"/>
              </p:ext>
            </p:extLst>
          </p:nvPr>
        </p:nvGraphicFramePr>
        <p:xfrm>
          <a:off x="1971675" y="3489101"/>
          <a:ext cx="13128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228600" progId="Equation.DSMT4">
                  <p:embed/>
                </p:oleObj>
              </mc:Choice>
              <mc:Fallback>
                <p:oleObj name="Equation" r:id="rId2" imgW="1180800" imgH="228600" progId="Equation.DSMT4">
                  <p:embed/>
                  <p:pic>
                    <p:nvPicPr>
                      <p:cNvPr id="71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3489101"/>
                        <a:ext cx="1312863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34</a:t>
            </a:fld>
            <a:endParaRPr lang="he-IL"/>
          </a:p>
        </p:txBody>
      </p:sp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77677" y="1976809"/>
            <a:ext cx="296227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76056" y="1976809"/>
            <a:ext cx="29051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19872" y="4065041"/>
            <a:ext cx="284797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1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202988"/>
              </p:ext>
            </p:extLst>
          </p:nvPr>
        </p:nvGraphicFramePr>
        <p:xfrm>
          <a:off x="5567363" y="3417664"/>
          <a:ext cx="2247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47840" imgH="253800" progId="Equation.DSMT4">
                  <p:embed/>
                </p:oleObj>
              </mc:Choice>
              <mc:Fallback>
                <p:oleObj name="Equation" r:id="rId7" imgW="2247840" imgH="253800" progId="Equation.DSMT4">
                  <p:embed/>
                  <p:pic>
                    <p:nvPicPr>
                      <p:cNvPr id="71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363" y="3417664"/>
                        <a:ext cx="22479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777038"/>
              </p:ext>
            </p:extLst>
          </p:nvPr>
        </p:nvGraphicFramePr>
        <p:xfrm>
          <a:off x="4256088" y="5576664"/>
          <a:ext cx="1092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91880" imgH="228600" progId="Equation.DSMT4">
                  <p:embed/>
                </p:oleObj>
              </mc:Choice>
              <mc:Fallback>
                <p:oleObj name="Equation" r:id="rId9" imgW="1091880" imgH="228600" progId="Equation.DSMT4">
                  <p:embed/>
                  <p:pic>
                    <p:nvPicPr>
                      <p:cNvPr id="718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6088" y="5576664"/>
                        <a:ext cx="10922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694124"/>
          </a:xfrm>
        </p:spPr>
        <p:txBody>
          <a:bodyPr>
            <a:normAutofit fontScale="90000"/>
          </a:bodyPr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3 – שרטוט המעגל</a:t>
            </a:r>
            <a:endParaRPr lang="he-IL" dirty="0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35</a:t>
            </a:fld>
            <a:endParaRPr lang="he-IL"/>
          </a:p>
        </p:txBody>
      </p:sp>
      <p:graphicFrame>
        <p:nvGraphicFramePr>
          <p:cNvPr id="5" name="Object 10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348602"/>
              </p:ext>
            </p:extLst>
          </p:nvPr>
        </p:nvGraphicFramePr>
        <p:xfrm>
          <a:off x="4989452" y="2749766"/>
          <a:ext cx="2376264" cy="459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800" imgH="228600" progId="Equation.DSMT4">
                  <p:embed/>
                </p:oleObj>
              </mc:Choice>
              <mc:Fallback>
                <p:oleObj name="Equation" r:id="rId3" imgW="1180800" imgH="228600" progId="Equation.DSMT4">
                  <p:embed/>
                  <p:pic>
                    <p:nvPicPr>
                      <p:cNvPr id="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452" y="2749766"/>
                        <a:ext cx="2376264" cy="4597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diagram of a circuit&#10;&#10;AI-generated content may be incorrect.">
            <a:extLst>
              <a:ext uri="{FF2B5EF4-FFF2-40B4-BE49-F238E27FC236}">
                <a16:creationId xmlns:a16="http://schemas.microsoft.com/office/drawing/2014/main" id="{CA32FBEF-D49F-5CE2-964A-2F09873032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4" y="818842"/>
            <a:ext cx="4948413" cy="5951841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441454"/>
              </p:ext>
            </p:extLst>
          </p:nvPr>
        </p:nvGraphicFramePr>
        <p:xfrm>
          <a:off x="4933009" y="3918494"/>
          <a:ext cx="4184811" cy="472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47840" imgH="253800" progId="Equation.DSMT4">
                  <p:embed/>
                </p:oleObj>
              </mc:Choice>
              <mc:Fallback>
                <p:oleObj name="Equation" r:id="rId6" imgW="2247840" imgH="2538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3009" y="3918494"/>
                        <a:ext cx="4184811" cy="4728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781897"/>
              </p:ext>
            </p:extLst>
          </p:nvPr>
        </p:nvGraphicFramePr>
        <p:xfrm>
          <a:off x="4716016" y="1546977"/>
          <a:ext cx="2468353" cy="472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228600" progId="Equation.DSMT4">
                  <p:embed/>
                </p:oleObj>
              </mc:Choice>
              <mc:Fallback>
                <p:oleObj name="Equation" r:id="rId8" imgW="1091880" imgH="228600" progId="Equation.DSMT4">
                  <p:embed/>
                  <p:pic>
                    <p:nvPicPr>
                      <p:cNvPr id="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1546977"/>
                        <a:ext cx="2468353" cy="47286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>
              <a:buNone/>
            </a:pPr>
            <a:r>
              <a:rPr lang="he-IL" dirty="0"/>
              <a:t>נדרש לתכנן בקר תנועה עבור צומת בו נחתכים 2 כבישים חד סטריים. בצומת יש 2 רמזורים והמכוניות נוסעות ישר (אין פניות). הבקר צריך לייצר אותות שיפעילו את הרמזורים.</a:t>
            </a:r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36</a:t>
            </a:fld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cs typeface="+mn-cs"/>
              </a:rPr>
              <a:t>4</a:t>
            </a:r>
            <a:endParaRPr lang="he-IL" dirty="0">
              <a:cs typeface="+mn-cs"/>
            </a:endParaRP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6" y="3381763"/>
            <a:ext cx="2448272" cy="2454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44853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043783"/>
            <a:ext cx="8424936" cy="4781128"/>
          </a:xfrm>
        </p:spPr>
        <p:txBody>
          <a:bodyPr/>
          <a:lstStyle/>
          <a:p>
            <a:pPr marL="0">
              <a:buNone/>
            </a:pPr>
            <a:r>
              <a:rPr lang="he-IL" dirty="0"/>
              <a:t>הרמזורים נדרשים לפעול בצורה הבאה:</a:t>
            </a:r>
          </a:p>
          <a:p>
            <a:pPr marL="0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he-IL" dirty="0"/>
              <a:t>כאשר רמזור אחד מראה ירוק, השני מראה אדום.</a:t>
            </a:r>
          </a:p>
          <a:p>
            <a:pPr marL="0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he-IL" dirty="0"/>
              <a:t>כאשר רמזור אחד מראה ירוק, ובכביש השני מכונית הגיעה לצומת, במצב הבא שני הרמזורים צהובים, ולאחר מכך הראשון מראה אדום והשני ירוק.</a:t>
            </a:r>
          </a:p>
          <a:p>
            <a:pPr marL="0">
              <a:buNone/>
            </a:pPr>
            <a:r>
              <a:rPr lang="he-IL" dirty="0"/>
              <a:t>הבקר מקבל שני אותות מחיישנים שאומרים לו אם יש מכוניות בצומת (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=1</a:t>
            </a:r>
            <a:r>
              <a:rPr lang="he-IL" dirty="0"/>
              <a:t> אם יש מכונית בכביש 1 בצומת ו-0 אחרת, כנ''ל לגבי 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he-IL" dirty="0"/>
              <a:t>).</a:t>
            </a:r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37</a:t>
            </a:fld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cs typeface="+mn-cs"/>
              </a:rPr>
              <a:t>4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 (המשך)</a:t>
            </a:r>
            <a:endParaRPr lang="he-IL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2618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579B-7FB2-C4E2-D852-37B71C3DC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B4622-D6C2-3B51-4D68-ABE5F4B15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043783"/>
            <a:ext cx="8424936" cy="2321321"/>
          </a:xfrm>
        </p:spPr>
        <p:txBody>
          <a:bodyPr vert="horz" lIns="0" tIns="45720" rIns="0" bIns="45720" rtlCol="0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e-IL" sz="2400" dirty="0"/>
              <a:t> כמה מצבים יש ב</a:t>
            </a:r>
            <a:r>
              <a:rPr lang="he-IL" sz="2400" b="1" dirty="0"/>
              <a:t>מוצא</a:t>
            </a:r>
            <a:r>
              <a:rPr lang="he-IL" sz="2400" dirty="0"/>
              <a:t>? כמה ביט צריך בשביל לייצג את המוצא?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/>
              <a:t> 3 מצבים: ירוק/אדום, אדום/ירוק, צהוב/צהוב. צריך 2 ביטים למוצא</a:t>
            </a:r>
          </a:p>
          <a:p>
            <a:pPr>
              <a:buFont typeface="Wingdings" panose="05000000000000000000" pitchFamily="2" charset="2"/>
              <a:buChar char="§"/>
            </a:pPr>
            <a:endParaRPr lang="he-IL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he-IL" sz="2400" dirty="0"/>
              <a:t> כמה מצבים יש ל</a:t>
            </a:r>
            <a:r>
              <a:rPr lang="he-IL" sz="2400" b="1" dirty="0"/>
              <a:t>מערכת</a:t>
            </a:r>
            <a:r>
              <a:rPr lang="he-IL" sz="2400" dirty="0"/>
              <a:t>? כמה D-FF צריך בשביל לייצג את המצב?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200" dirty="0"/>
              <a:t> 4 מצבים: ירוק/אדום, אדום/ירוק, 2 מצבי מעבר. צריך</a:t>
            </a:r>
            <a:r>
              <a:rPr lang="en-US" sz="2200" dirty="0"/>
              <a:t> 2 </a:t>
            </a:r>
            <a:r>
              <a:rPr lang="he-IL" sz="2200" dirty="0"/>
              <a:t> </a:t>
            </a:r>
            <a:r>
              <a:rPr lang="he-IL" sz="2200" dirty="0" err="1"/>
              <a:t>פליפ-פלופים</a:t>
            </a:r>
            <a:r>
              <a:rPr lang="he-IL" sz="22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he-IL" sz="2400" dirty="0"/>
          </a:p>
          <a:p>
            <a:pPr>
              <a:buFont typeface="Wingdings" panose="05000000000000000000" pitchFamily="2" charset="2"/>
              <a:buChar char="§"/>
            </a:pPr>
            <a:endParaRPr lang="he-IL" sz="2400" dirty="0"/>
          </a:p>
          <a:p>
            <a:pPr>
              <a:buFont typeface="Wingdings" panose="05000000000000000000" pitchFamily="2" charset="2"/>
              <a:buChar char="§"/>
            </a:pPr>
            <a:endParaRPr lang="he-I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C275F-2630-723C-7290-4D837D42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38</a:t>
            </a:fld>
            <a:endParaRPr lang="he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88A74-FBEF-1C63-F0DA-39A619DB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cs typeface="+mn-cs"/>
              </a:rPr>
              <a:t>4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 (שאלות לפני </a:t>
            </a:r>
            <a:r>
              <a:rPr lang="he-IL" dirty="0" err="1">
                <a:solidFill>
                  <a:schemeClr val="tx2">
                    <a:lumMod val="50000"/>
                  </a:schemeClr>
                </a:solidFill>
                <a:cs typeface="+mn-cs"/>
              </a:rPr>
              <a:t>הפיתרון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)</a:t>
            </a:r>
            <a:endParaRPr lang="he-IL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05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39</a:t>
            </a:fld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cs typeface="+mn-cs"/>
              </a:rPr>
              <a:t>4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 – דיאגרמת מצבים</a:t>
            </a:r>
            <a:endParaRPr lang="he-IL" dirty="0"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05DDFE-AA7A-0DD0-D628-C89AD08E2BC2}"/>
                  </a:ext>
                </a:extLst>
              </p:cNvPr>
              <p:cNvSpPr txBox="1"/>
              <p:nvPr/>
            </p:nvSpPr>
            <p:spPr>
              <a:xfrm>
                <a:off x="5621824" y="2133600"/>
                <a:ext cx="21900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1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he-IL" dirty="0"/>
                  <a:t>נגדיר מוצא </a:t>
                </a:r>
                <a14:m>
                  <m:oMath xmlns:m="http://schemas.openxmlformats.org/officeDocument/2006/math">
                    <m:r>
                      <a:rPr lang="he-IL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e-IL" b="0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L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05DDFE-AA7A-0DD0-D628-C89AD08E2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824" y="2133600"/>
                <a:ext cx="2190087" cy="369332"/>
              </a:xfrm>
              <a:prstGeom prst="rect">
                <a:avLst/>
              </a:prstGeom>
              <a:blipFill>
                <a:blip r:embed="rId2"/>
                <a:stretch>
                  <a:fillRect t="-6667" r="-2890" b="-2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1B61331-CD7B-1F1B-37E9-35D4A665CF19}"/>
              </a:ext>
            </a:extLst>
          </p:cNvPr>
          <p:cNvSpPr txBox="1"/>
          <p:nvPr/>
        </p:nvSpPr>
        <p:spPr>
          <a:xfrm>
            <a:off x="5729611" y="2622907"/>
            <a:ext cx="19745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z=10</a:t>
            </a:r>
            <a:r>
              <a:rPr lang="he-IL" dirty="0"/>
              <a:t> – אדום/ירוק</a:t>
            </a:r>
          </a:p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he-IL" dirty="0"/>
          </a:p>
          <a:p>
            <a:pPr algn="r" rtl="1"/>
            <a:r>
              <a:rPr lang="en-US" dirty="0"/>
              <a:t>z=01</a:t>
            </a:r>
            <a:r>
              <a:rPr lang="he-IL" dirty="0"/>
              <a:t> – ירוק/אדום</a:t>
            </a:r>
          </a:p>
          <a:p>
            <a:pPr algn="r" rtl="1"/>
            <a:endParaRPr lang="he-IL" dirty="0"/>
          </a:p>
          <a:p>
            <a:pPr algn="r" rtl="1"/>
            <a:r>
              <a:rPr lang="en-US" dirty="0"/>
              <a:t>z=00</a:t>
            </a:r>
            <a:r>
              <a:rPr lang="he-IL" dirty="0"/>
              <a:t> – צהוב/צהוב</a:t>
            </a:r>
          </a:p>
          <a:p>
            <a:pPr algn="r" rtl="1" fontAlgn="base">
              <a:spcBef>
                <a:spcPct val="0"/>
              </a:spcBef>
              <a:spcAft>
                <a:spcPct val="0"/>
              </a:spcAft>
            </a:pPr>
            <a:endParaRPr lang="en-IL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7367952-08CB-DD96-47CF-BA7F7107C6E6}"/>
              </a:ext>
            </a:extLst>
          </p:cNvPr>
          <p:cNvSpPr/>
          <p:nvPr/>
        </p:nvSpPr>
        <p:spPr>
          <a:xfrm>
            <a:off x="1043608" y="2132856"/>
            <a:ext cx="1510460" cy="1510460"/>
          </a:xfrm>
          <a:prstGeom prst="ellips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A</a:t>
            </a:r>
          </a:p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he-IL" sz="1600" dirty="0"/>
              <a:t>אדום/ירוק</a:t>
            </a:r>
          </a:p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he-IL" sz="1600" dirty="0"/>
              <a:t>10</a:t>
            </a:r>
            <a:endParaRPr lang="en-IL" sz="16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FF929D-99F3-3910-74A7-DAF9780758E3}"/>
              </a:ext>
            </a:extLst>
          </p:cNvPr>
          <p:cNvSpPr/>
          <p:nvPr/>
        </p:nvSpPr>
        <p:spPr>
          <a:xfrm>
            <a:off x="3389349" y="2142315"/>
            <a:ext cx="1510460" cy="1510460"/>
          </a:xfrm>
          <a:prstGeom prst="ellips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</a:t>
            </a:r>
            <a:endParaRPr lang="he-IL" sz="2400" dirty="0">
              <a:solidFill>
                <a:schemeClr val="tx1"/>
              </a:solidFill>
            </a:endParaRPr>
          </a:p>
          <a:p>
            <a:pPr algn="ctr"/>
            <a:r>
              <a:rPr lang="he-IL" sz="1600" dirty="0">
                <a:solidFill>
                  <a:schemeClr val="tx1"/>
                </a:solidFill>
              </a:rPr>
              <a:t>צהוב/צהוב</a:t>
            </a:r>
          </a:p>
          <a:p>
            <a:pPr algn="ctr"/>
            <a:r>
              <a:rPr lang="he-IL" sz="1600" dirty="0">
                <a:solidFill>
                  <a:schemeClr val="tx1"/>
                </a:solidFill>
              </a:rPr>
              <a:t>00</a:t>
            </a:r>
            <a:endParaRPr lang="en-IL" sz="1600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1A2058-BFC3-FCAA-9935-FA1D3F3039E5}"/>
              </a:ext>
            </a:extLst>
          </p:cNvPr>
          <p:cNvSpPr/>
          <p:nvPr/>
        </p:nvSpPr>
        <p:spPr>
          <a:xfrm>
            <a:off x="3389349" y="4143372"/>
            <a:ext cx="1510460" cy="1510460"/>
          </a:xfrm>
          <a:prstGeom prst="ellips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C</a:t>
            </a:r>
            <a:endParaRPr lang="he-IL" sz="2400" dirty="0"/>
          </a:p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r>
              <a:rPr lang="he-IL" sz="1600" dirty="0"/>
              <a:t>ירוק/אדום</a:t>
            </a:r>
          </a:p>
          <a:p>
            <a:pPr algn="ctr" rtl="1" fontAlgn="base">
              <a:spcBef>
                <a:spcPct val="0"/>
              </a:spcBef>
              <a:spcAft>
                <a:spcPct val="0"/>
              </a:spcAft>
            </a:pPr>
            <a:r>
              <a:rPr lang="he-IL" sz="1600" dirty="0"/>
              <a:t>01</a:t>
            </a:r>
            <a:endParaRPr lang="en-IL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E88BF70-BAD6-7746-41DA-8390F7A1B9BC}"/>
              </a:ext>
            </a:extLst>
          </p:cNvPr>
          <p:cNvSpPr/>
          <p:nvPr/>
        </p:nvSpPr>
        <p:spPr>
          <a:xfrm>
            <a:off x="1043608" y="4133913"/>
            <a:ext cx="1510460" cy="1510460"/>
          </a:xfrm>
          <a:prstGeom prst="ellips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D</a:t>
            </a:r>
          </a:p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he-IL" sz="1600" dirty="0"/>
              <a:t>צהוב/צהוב</a:t>
            </a:r>
          </a:p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he-IL" sz="1600" dirty="0"/>
              <a:t>00</a:t>
            </a:r>
            <a:endParaRPr lang="en-IL" sz="1600" dirty="0"/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0D89F44D-9CF7-8911-4973-FDC136771CD3}"/>
              </a:ext>
            </a:extLst>
          </p:cNvPr>
          <p:cNvCxnSpPr>
            <a:cxnSpLocks/>
            <a:stCxn id="8" idx="2"/>
            <a:endCxn id="8" idx="0"/>
          </p:cNvCxnSpPr>
          <p:nvPr/>
        </p:nvCxnSpPr>
        <p:spPr>
          <a:xfrm rot="10800000" flipH="1">
            <a:off x="1043608" y="2132856"/>
            <a:ext cx="755230" cy="755230"/>
          </a:xfrm>
          <a:prstGeom prst="curvedConnector4">
            <a:avLst>
              <a:gd name="adj1" fmla="val -30269"/>
              <a:gd name="adj2" fmla="val 13026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530286F2-551E-2A91-9988-681B2DD1C9CD}"/>
              </a:ext>
            </a:extLst>
          </p:cNvPr>
          <p:cNvCxnSpPr>
            <a:cxnSpLocks/>
            <a:stCxn id="10" idx="4"/>
            <a:endCxn id="10" idx="6"/>
          </p:cNvCxnSpPr>
          <p:nvPr/>
        </p:nvCxnSpPr>
        <p:spPr>
          <a:xfrm rot="5400000" flipH="1" flipV="1">
            <a:off x="4144579" y="4898602"/>
            <a:ext cx="755230" cy="755230"/>
          </a:xfrm>
          <a:prstGeom prst="curvedConnector4">
            <a:avLst>
              <a:gd name="adj1" fmla="val -30269"/>
              <a:gd name="adj2" fmla="val 13026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232743-4264-FC44-0639-0A53E825631C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2554068" y="2888086"/>
            <a:ext cx="835281" cy="94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036754-8A60-0B0B-7194-D25B186723DA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4144579" y="3652775"/>
            <a:ext cx="0" cy="4905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245899-8E68-C20E-7828-94214B26E2DB}"/>
              </a:ext>
            </a:extLst>
          </p:cNvPr>
          <p:cNvCxnSpPr>
            <a:cxnSpLocks/>
            <a:stCxn id="10" idx="2"/>
            <a:endCxn id="11" idx="6"/>
          </p:cNvCxnSpPr>
          <p:nvPr/>
        </p:nvCxnSpPr>
        <p:spPr>
          <a:xfrm flipH="1" flipV="1">
            <a:off x="2554068" y="4889143"/>
            <a:ext cx="835281" cy="94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23AE37-7DF6-1019-32C7-8A3BB5D3C26C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>
          <a:xfrm flipV="1">
            <a:off x="1798838" y="3643316"/>
            <a:ext cx="0" cy="4905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851DBE6-F956-A4AA-BC9A-7719779335FC}"/>
              </a:ext>
            </a:extLst>
          </p:cNvPr>
          <p:cNvSpPr txBox="1"/>
          <p:nvPr/>
        </p:nvSpPr>
        <p:spPr>
          <a:xfrm>
            <a:off x="622764" y="2043292"/>
            <a:ext cx="564860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/>
              <a:t>00, 10</a:t>
            </a:r>
            <a:endParaRPr lang="en-IL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97608D-E7D9-09CD-32EF-2046F3DB7F91}"/>
              </a:ext>
            </a:extLst>
          </p:cNvPr>
          <p:cNvSpPr txBox="1"/>
          <p:nvPr/>
        </p:nvSpPr>
        <p:spPr>
          <a:xfrm>
            <a:off x="2636249" y="2764975"/>
            <a:ext cx="564860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/>
              <a:t>01, 11</a:t>
            </a:r>
            <a:endParaRPr lang="en-IL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3983A3-9FE1-89C3-CEA6-FB02D416AB8F}"/>
              </a:ext>
            </a:extLst>
          </p:cNvPr>
          <p:cNvSpPr txBox="1"/>
          <p:nvPr/>
        </p:nvSpPr>
        <p:spPr>
          <a:xfrm>
            <a:off x="2686539" y="4766032"/>
            <a:ext cx="564860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/>
              <a:t>10, 11</a:t>
            </a:r>
            <a:endParaRPr lang="en-IL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1E38AA-45C0-EE86-F5CF-ACF72E3323FF}"/>
              </a:ext>
            </a:extLst>
          </p:cNvPr>
          <p:cNvSpPr txBox="1"/>
          <p:nvPr/>
        </p:nvSpPr>
        <p:spPr>
          <a:xfrm>
            <a:off x="1516408" y="3792590"/>
            <a:ext cx="564860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 err="1"/>
              <a:t>Φ</a:t>
            </a:r>
            <a:r>
              <a:rPr lang="en-US" sz="1600" dirty="0"/>
              <a:t> </a:t>
            </a:r>
            <a:r>
              <a:rPr lang="en-US" sz="1600" dirty="0" err="1"/>
              <a:t>Φ</a:t>
            </a:r>
            <a:endParaRPr lang="en-IL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05EEED-F193-6810-DB05-9B7B3A8FE9E4}"/>
              </a:ext>
            </a:extLst>
          </p:cNvPr>
          <p:cNvSpPr txBox="1"/>
          <p:nvPr/>
        </p:nvSpPr>
        <p:spPr>
          <a:xfrm>
            <a:off x="3862149" y="3765503"/>
            <a:ext cx="564860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 err="1"/>
              <a:t>Φ</a:t>
            </a:r>
            <a:r>
              <a:rPr lang="en-US" sz="1600" dirty="0"/>
              <a:t> </a:t>
            </a:r>
            <a:r>
              <a:rPr lang="en-US" sz="1600" dirty="0" err="1"/>
              <a:t>Φ</a:t>
            </a:r>
            <a:endParaRPr lang="en-IL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D5F133-E4E6-937C-414A-C75F7F6091D6}"/>
              </a:ext>
            </a:extLst>
          </p:cNvPr>
          <p:cNvSpPr txBox="1"/>
          <p:nvPr/>
        </p:nvSpPr>
        <p:spPr>
          <a:xfrm>
            <a:off x="4890811" y="5414507"/>
            <a:ext cx="564860" cy="2462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/>
              <a:t>00, 01</a:t>
            </a: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30079114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2067298"/>
            <a:ext cx="8229600" cy="2081782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he-IL" dirty="0"/>
              <a:t>רוצים לממש מערכת שמוציאה </a:t>
            </a:r>
            <a:r>
              <a:rPr lang="en-US" dirty="0"/>
              <a:t>z=1</a:t>
            </a:r>
            <a:r>
              <a:rPr lang="he-IL" dirty="0"/>
              <a:t> אמ''מ המספר שהתקבל עד כה מתחלק ב-32.</a:t>
            </a:r>
          </a:p>
          <a:p>
            <a:pPr marL="0">
              <a:buNone/>
            </a:pPr>
            <a:r>
              <a:rPr lang="he-IL" dirty="0"/>
              <a:t>למערכת כניסה אחת ויציאה אחת והיא מוזנת תחילה מה-</a:t>
            </a:r>
            <a:r>
              <a:rPr lang="en-US" dirty="0"/>
              <a:t>MSB</a:t>
            </a:r>
            <a:r>
              <a:rPr lang="he-IL" dirty="0"/>
              <a:t>.</a:t>
            </a:r>
          </a:p>
          <a:p>
            <a:pPr marL="365760" indent="-457200">
              <a:buFont typeface="+mj-cs"/>
              <a:buAutoNum type="hebrew2Minus"/>
            </a:pPr>
            <a:r>
              <a:rPr lang="he-IL" dirty="0"/>
              <a:t>מהו מספר המינימלי של </a:t>
            </a:r>
            <a:r>
              <a:rPr lang="en-US" dirty="0"/>
              <a:t>DFF</a:t>
            </a:r>
            <a:r>
              <a:rPr lang="he-IL" dirty="0"/>
              <a:t> הנדרש למימוש המערכת?</a:t>
            </a:r>
          </a:p>
          <a:p>
            <a:pPr marL="365760" indent="-457200">
              <a:buFont typeface="+mj-cs"/>
              <a:buAutoNum type="hebrew2Minus"/>
            </a:pPr>
            <a:r>
              <a:rPr lang="he-IL" dirty="0"/>
              <a:t>מהו סוג המערכת? האם ניתן להפוך אותה למערכת מן הסוג השני? אם כן, כמה </a:t>
            </a:r>
            <a:r>
              <a:rPr lang="en-US" dirty="0"/>
              <a:t>DFF </a:t>
            </a:r>
            <a:r>
              <a:rPr lang="he-IL" dirty="0"/>
              <a:t> דורשים לצורך המימוש?</a:t>
            </a:r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endParaRPr lang="he-IL" dirty="0"/>
          </a:p>
          <a:p>
            <a:pPr marL="0">
              <a:buNone/>
            </a:pP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40</a:t>
            </a:fld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cs typeface="+mn-cs"/>
              </a:rPr>
              <a:t>5</a:t>
            </a:r>
            <a:endParaRPr lang="he-IL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00135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5CF3C-D6C9-AAF1-908C-9B654C5E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D7A991-0C89-46BF-BE9B-AE60D75746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2067298"/>
                <a:ext cx="8229600" cy="4242022"/>
              </a:xfrm>
            </p:spPr>
            <p:txBody>
              <a:bodyPr>
                <a:normAutofit/>
              </a:bodyPr>
              <a:lstStyle/>
              <a:p>
                <a:pPr marL="0">
                  <a:buNone/>
                </a:pPr>
                <a:r>
                  <a:rPr lang="he-IL" dirty="0"/>
                  <a:t>נתבונן על המספר </a:t>
                </a:r>
                <a:r>
                  <a:rPr lang="en-US" dirty="0"/>
                  <a:t>N</a:t>
                </a:r>
                <a:r>
                  <a:rPr lang="he-IL" dirty="0"/>
                  <a:t> הבנוי מהספרות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he-IL" dirty="0"/>
              </a:p>
              <a:p>
                <a:pPr marL="0">
                  <a:buNone/>
                </a:pPr>
                <a:r>
                  <a:rPr lang="he-IL" dirty="0"/>
                  <a:t>ערכו של המספר </a:t>
                </a:r>
                <a:r>
                  <a:rPr lang="en-US" dirty="0"/>
                  <a:t>N</a:t>
                </a:r>
                <a:r>
                  <a:rPr lang="he-IL" dirty="0"/>
                  <a:t> בבינארי הוא:</a:t>
                </a:r>
              </a:p>
              <a:p>
                <a:pPr marL="0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>
                  <a:buNone/>
                </a:pPr>
                <a:r>
                  <a:rPr lang="he-IL" dirty="0"/>
                  <a:t>לאחר המעבר לבסיס בינארי, נרשום את המשוואה עבור </a:t>
                </a:r>
                <a:r>
                  <a:rPr lang="en-US" dirty="0"/>
                  <a:t>N</a:t>
                </a:r>
                <a:r>
                  <a:rPr lang="he-IL" dirty="0"/>
                  <a:t> מחולק ב32.</a:t>
                </a:r>
              </a:p>
              <a:p>
                <a:pPr marL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⋅2+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he-IL" dirty="0"/>
              </a:p>
              <a:p>
                <a:pPr marL="0">
                  <a:buNone/>
                </a:pPr>
                <a:endParaRPr lang="he-IL" dirty="0"/>
              </a:p>
              <a:p>
                <a:pPr marL="0">
                  <a:buNone/>
                </a:pPr>
                <a:endParaRPr lang="he-IL" dirty="0"/>
              </a:p>
              <a:p>
                <a:pPr marL="0">
                  <a:buNone/>
                </a:pPr>
                <a:r>
                  <a:rPr lang="he-IL" dirty="0"/>
                  <a:t>נרצה לחפש מצב בו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D7A991-0C89-46BF-BE9B-AE60D75746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2067298"/>
                <a:ext cx="8229600" cy="4242022"/>
              </a:xfrm>
              <a:blipFill>
                <a:blip r:embed="rId3"/>
                <a:stretch>
                  <a:fillRect t="-1791" r="-184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8040B-86EA-76BB-1600-B16EDEAD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41</a:t>
            </a:fld>
            <a:endParaRPr lang="he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FF6E25-8418-8F7F-1012-737357FB7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cs typeface="+mn-cs"/>
              </a:rPr>
              <a:t>5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 – הגדרת הבעיה</a:t>
            </a:r>
            <a:endParaRPr lang="he-IL" dirty="0">
              <a:cs typeface="+mn-cs"/>
            </a:endParaRPr>
          </a:p>
        </p:txBody>
      </p:sp>
      <p:sp>
        <p:nvSpPr>
          <p:cNvPr id="5" name="סוגר מסולסל שמאלי 4">
            <a:extLst>
              <a:ext uri="{FF2B5EF4-FFF2-40B4-BE49-F238E27FC236}">
                <a16:creationId xmlns:a16="http://schemas.microsoft.com/office/drawing/2014/main" id="{B679CA6F-60B8-0EF2-3F9D-B40F9DE4BDCD}"/>
              </a:ext>
            </a:extLst>
          </p:cNvPr>
          <p:cNvSpPr/>
          <p:nvPr/>
        </p:nvSpPr>
        <p:spPr>
          <a:xfrm rot="16200000">
            <a:off x="1477968" y="3575328"/>
            <a:ext cx="499432" cy="28083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סוגר מסולסל שמאלי 5">
            <a:extLst>
              <a:ext uri="{FF2B5EF4-FFF2-40B4-BE49-F238E27FC236}">
                <a16:creationId xmlns:a16="http://schemas.microsoft.com/office/drawing/2014/main" id="{51A17A63-F9CD-EF62-C6DE-AC45E0245C8C}"/>
              </a:ext>
            </a:extLst>
          </p:cNvPr>
          <p:cNvSpPr/>
          <p:nvPr/>
        </p:nvSpPr>
        <p:spPr>
          <a:xfrm rot="16200000">
            <a:off x="5736784" y="2412856"/>
            <a:ext cx="499432" cy="51332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7722AD7B-F5E4-5DB8-C6D3-83FAC4353F13}"/>
              </a:ext>
            </a:extLst>
          </p:cNvPr>
          <p:cNvSpPr txBox="1"/>
          <p:nvPr/>
        </p:nvSpPr>
        <p:spPr>
          <a:xfrm>
            <a:off x="5692990" y="5230823"/>
            <a:ext cx="79861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שארית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A7BD5F33-6FC1-C4D5-B4EC-BC0B5F673C18}"/>
              </a:ext>
            </a:extLst>
          </p:cNvPr>
          <p:cNvSpPr txBox="1"/>
          <p:nvPr/>
        </p:nvSpPr>
        <p:spPr>
          <a:xfrm>
            <a:off x="1449944" y="5189805"/>
            <a:ext cx="59022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שלם</a:t>
            </a:r>
          </a:p>
        </p:txBody>
      </p:sp>
    </p:spTree>
    <p:extLst>
      <p:ext uri="{BB962C8B-B14F-4D97-AF65-F5344CB8AC3E}">
        <p14:creationId xmlns:p14="http://schemas.microsoft.com/office/powerpoint/2010/main" val="12248127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58675-1E5D-E199-E2F7-962CB651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FA587-BCC3-96E7-9F9E-D4EF6E99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42</a:t>
            </a:fld>
            <a:endParaRPr lang="he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9E634-0248-86CC-1A9F-44647F350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cs typeface="+mn-cs"/>
              </a:rPr>
              <a:t>5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 – דיאגרמת מצבים</a:t>
            </a:r>
            <a:endParaRPr lang="he-IL" dirty="0">
              <a:cs typeface="+mn-cs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4667AD6-BCFA-C9C1-1FBC-081279EF1499}"/>
              </a:ext>
            </a:extLst>
          </p:cNvPr>
          <p:cNvGrpSpPr/>
          <p:nvPr/>
        </p:nvGrpSpPr>
        <p:grpSpPr>
          <a:xfrm>
            <a:off x="193393" y="2705993"/>
            <a:ext cx="8757214" cy="2785160"/>
            <a:chOff x="107893" y="3293369"/>
            <a:chExt cx="8757214" cy="278516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A04D3E-C06F-A251-DD52-10B05CA42458}"/>
                </a:ext>
              </a:extLst>
            </p:cNvPr>
            <p:cNvSpPr/>
            <p:nvPr/>
          </p:nvSpPr>
          <p:spPr>
            <a:xfrm>
              <a:off x="2399445" y="3631352"/>
              <a:ext cx="1116125" cy="11161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b="1" dirty="0"/>
                <a:t>B</a:t>
              </a:r>
              <a:endParaRPr lang="en-IL" sz="1200" b="1" dirty="0"/>
            </a:p>
            <a:p>
              <a:pPr algn="ctr"/>
              <a:r>
                <a:rPr lang="en-IL" sz="1200" dirty="0"/>
                <a:t>0 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2B0C444-CC63-84E3-DB7F-253C48CBEF6C}"/>
                </a:ext>
              </a:extLst>
            </p:cNvPr>
            <p:cNvSpPr/>
            <p:nvPr/>
          </p:nvSpPr>
          <p:spPr>
            <a:xfrm>
              <a:off x="4182624" y="3631352"/>
              <a:ext cx="1116125" cy="11161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b="1" dirty="0"/>
                <a:t>C</a:t>
              </a:r>
            </a:p>
            <a:p>
              <a:pPr algn="ctr"/>
              <a:r>
                <a:rPr lang="en-IL" sz="1200" dirty="0"/>
                <a:t>00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D684669-7A43-C4B3-BB03-F7F20A4D9EBD}"/>
                </a:ext>
              </a:extLst>
            </p:cNvPr>
            <p:cNvSpPr/>
            <p:nvPr/>
          </p:nvSpPr>
          <p:spPr>
            <a:xfrm>
              <a:off x="7748982" y="3631351"/>
              <a:ext cx="1116125" cy="11161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b="1" dirty="0"/>
                <a:t>E</a:t>
              </a:r>
              <a:endParaRPr lang="en-IL" dirty="0"/>
            </a:p>
            <a:p>
              <a:pPr algn="ctr"/>
              <a:r>
                <a:rPr lang="en-IL" sz="1200" dirty="0"/>
                <a:t>0000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5380608-9F1D-31ED-8595-8871F29448DB}"/>
                </a:ext>
              </a:extLst>
            </p:cNvPr>
            <p:cNvSpPr/>
            <p:nvPr/>
          </p:nvSpPr>
          <p:spPr>
            <a:xfrm>
              <a:off x="5965803" y="3631351"/>
              <a:ext cx="1116125" cy="11161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  <a:endParaRPr lang="he-IL" sz="1200" b="1" dirty="0"/>
            </a:p>
            <a:p>
              <a:pPr algn="ctr"/>
              <a:r>
                <a:rPr lang="en-IL" sz="1200" dirty="0"/>
                <a:t>000</a:t>
              </a:r>
            </a:p>
            <a:p>
              <a:pPr algn="ctr"/>
              <a:r>
                <a:rPr lang="en-IL" sz="1200" dirty="0"/>
                <a:t>state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5E0DF59-E812-92BE-BD6F-532D26CF2EE3}"/>
                </a:ext>
              </a:extLst>
            </p:cNvPr>
            <p:cNvCxnSpPr>
              <a:cxnSpLocks/>
              <a:stCxn id="3" idx="6"/>
              <a:endCxn id="5" idx="2"/>
            </p:cNvCxnSpPr>
            <p:nvPr/>
          </p:nvCxnSpPr>
          <p:spPr>
            <a:xfrm>
              <a:off x="1732394" y="4178737"/>
              <a:ext cx="667051" cy="106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7D3A9AF-E6BF-59B8-990E-5B7453E421F7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>
              <a:off x="3515570" y="4189415"/>
              <a:ext cx="6670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3FAE046-9F11-06B2-74FC-92CDCBCD1803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 flipV="1">
              <a:off x="5298749" y="4189414"/>
              <a:ext cx="66705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5BC6535-FC75-6E0F-D049-C9F6847BE11D}"/>
                </a:ext>
              </a:extLst>
            </p:cNvPr>
            <p:cNvSpPr txBox="1"/>
            <p:nvPr/>
          </p:nvSpPr>
          <p:spPr>
            <a:xfrm>
              <a:off x="1772232" y="4097080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91D1457-D0FE-CA1E-664B-28560A1B7958}"/>
                </a:ext>
              </a:extLst>
            </p:cNvPr>
            <p:cNvSpPr/>
            <p:nvPr/>
          </p:nvSpPr>
          <p:spPr>
            <a:xfrm>
              <a:off x="616269" y="3620674"/>
              <a:ext cx="1116125" cy="11161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IL" sz="1600" b="1" dirty="0"/>
                <a:t>A</a:t>
              </a:r>
            </a:p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/>
                <a:t>No sequence</a:t>
              </a:r>
              <a:endParaRPr lang="en-IL" sz="1200" dirty="0"/>
            </a:p>
          </p:txBody>
        </p:sp>
        <p:cxnSp>
          <p:nvCxnSpPr>
            <p:cNvPr id="51" name="Curved Connector 50">
              <a:extLst>
                <a:ext uri="{FF2B5EF4-FFF2-40B4-BE49-F238E27FC236}">
                  <a16:creationId xmlns:a16="http://schemas.microsoft.com/office/drawing/2014/main" id="{78597533-EC77-A2F6-89E5-E518DD59AE8C}"/>
                </a:ext>
              </a:extLst>
            </p:cNvPr>
            <p:cNvCxnSpPr>
              <a:cxnSpLocks/>
              <a:stCxn id="3" idx="3"/>
              <a:endCxn id="3" idx="2"/>
            </p:cNvCxnSpPr>
            <p:nvPr/>
          </p:nvCxnSpPr>
          <p:spPr>
            <a:xfrm rot="5400000" flipH="1">
              <a:off x="500691" y="4294316"/>
              <a:ext cx="394609" cy="163453"/>
            </a:xfrm>
            <a:prstGeom prst="curvedConnector4">
              <a:avLst>
                <a:gd name="adj1" fmla="val -32078"/>
                <a:gd name="adj2" fmla="val 239857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228D88C-B326-147B-EA48-0D4F4005E60F}"/>
                </a:ext>
              </a:extLst>
            </p:cNvPr>
            <p:cNvSpPr txBox="1"/>
            <p:nvPr/>
          </p:nvSpPr>
          <p:spPr>
            <a:xfrm>
              <a:off x="107893" y="4396463"/>
              <a:ext cx="510287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x=1/z=0</a:t>
              </a:r>
              <a:endParaRPr lang="en-IL" sz="1200" dirty="0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D2685E98-BD20-02A6-1436-EB157B0F7E20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452816" y="3417587"/>
              <a:ext cx="326906" cy="3665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6FECEAC-A5C2-77C3-651E-80A7CAB2CD43}"/>
                </a:ext>
              </a:extLst>
            </p:cNvPr>
            <p:cNvSpPr txBox="1"/>
            <p:nvPr/>
          </p:nvSpPr>
          <p:spPr>
            <a:xfrm>
              <a:off x="107895" y="3330150"/>
              <a:ext cx="671828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reset</a:t>
              </a:r>
              <a:endParaRPr lang="en-IL" sz="12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0FF5C86-FD7A-074E-6ACA-26D962670120}"/>
                </a:ext>
              </a:extLst>
            </p:cNvPr>
            <p:cNvSpPr txBox="1"/>
            <p:nvPr/>
          </p:nvSpPr>
          <p:spPr>
            <a:xfrm>
              <a:off x="3555411" y="4097080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FAE1F41-83FB-EE7B-3B89-231F46FDFC8A}"/>
                </a:ext>
              </a:extLst>
            </p:cNvPr>
            <p:cNvSpPr txBox="1"/>
            <p:nvPr/>
          </p:nvSpPr>
          <p:spPr>
            <a:xfrm>
              <a:off x="5338590" y="4097080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EA6C695-34E5-F7CD-7BD9-88BE681C7519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>
              <a:off x="7081928" y="4189414"/>
              <a:ext cx="6670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EF9E288-2FD0-AD54-D890-560AB4D586B8}"/>
                </a:ext>
              </a:extLst>
            </p:cNvPr>
            <p:cNvSpPr txBox="1"/>
            <p:nvPr/>
          </p:nvSpPr>
          <p:spPr>
            <a:xfrm>
              <a:off x="7121769" y="4097080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x=0/z=0</a:t>
              </a:r>
            </a:p>
          </p:txBody>
        </p:sp>
        <p:cxnSp>
          <p:nvCxnSpPr>
            <p:cNvPr id="207" name="Elbow Connector 206">
              <a:extLst>
                <a:ext uri="{FF2B5EF4-FFF2-40B4-BE49-F238E27FC236}">
                  <a16:creationId xmlns:a16="http://schemas.microsoft.com/office/drawing/2014/main" id="{096E12F8-CA41-2EDF-1195-8B51F586F806}"/>
                </a:ext>
              </a:extLst>
            </p:cNvPr>
            <p:cNvCxnSpPr>
              <a:cxnSpLocks/>
              <a:stCxn id="7" idx="4"/>
              <a:endCxn id="3" idx="4"/>
            </p:cNvCxnSpPr>
            <p:nvPr/>
          </p:nvCxnSpPr>
          <p:spPr>
            <a:xfrm rot="5400000" flipH="1">
              <a:off x="4735350" y="1175782"/>
              <a:ext cx="10677" cy="7132713"/>
            </a:xfrm>
            <a:prstGeom prst="bentConnector3">
              <a:avLst>
                <a:gd name="adj1" fmla="val -1181031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8" name="Elbow Connector 207">
              <a:extLst>
                <a:ext uri="{FF2B5EF4-FFF2-40B4-BE49-F238E27FC236}">
                  <a16:creationId xmlns:a16="http://schemas.microsoft.com/office/drawing/2014/main" id="{38A748AA-630A-47A9-B859-D0BD940273CF}"/>
                </a:ext>
              </a:extLst>
            </p:cNvPr>
            <p:cNvCxnSpPr>
              <a:cxnSpLocks/>
              <a:stCxn id="9" idx="4"/>
              <a:endCxn id="3" idx="4"/>
            </p:cNvCxnSpPr>
            <p:nvPr/>
          </p:nvCxnSpPr>
          <p:spPr>
            <a:xfrm rot="5400000" flipH="1">
              <a:off x="3843760" y="2067371"/>
              <a:ext cx="10677" cy="5349534"/>
            </a:xfrm>
            <a:prstGeom prst="bentConnector3">
              <a:avLst>
                <a:gd name="adj1" fmla="val -904768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9" name="Elbow Connector 208">
              <a:extLst>
                <a:ext uri="{FF2B5EF4-FFF2-40B4-BE49-F238E27FC236}">
                  <a16:creationId xmlns:a16="http://schemas.microsoft.com/office/drawing/2014/main" id="{0F5A63CE-DA71-742D-D51B-C83545C9C3CA}"/>
                </a:ext>
              </a:extLst>
            </p:cNvPr>
            <p:cNvCxnSpPr>
              <a:cxnSpLocks/>
              <a:stCxn id="6" idx="4"/>
              <a:endCxn id="3" idx="4"/>
            </p:cNvCxnSpPr>
            <p:nvPr/>
          </p:nvCxnSpPr>
          <p:spPr>
            <a:xfrm rot="5400000" flipH="1">
              <a:off x="2952171" y="2958961"/>
              <a:ext cx="10678" cy="3566355"/>
            </a:xfrm>
            <a:prstGeom prst="bentConnector3">
              <a:avLst>
                <a:gd name="adj1" fmla="val -6008213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0" name="Elbow Connector 209">
              <a:extLst>
                <a:ext uri="{FF2B5EF4-FFF2-40B4-BE49-F238E27FC236}">
                  <a16:creationId xmlns:a16="http://schemas.microsoft.com/office/drawing/2014/main" id="{EB9D5720-E5A1-4D95-9DA8-499CC9F2BEAF}"/>
                </a:ext>
              </a:extLst>
            </p:cNvPr>
            <p:cNvCxnSpPr>
              <a:cxnSpLocks/>
              <a:stCxn id="5" idx="4"/>
              <a:endCxn id="3" idx="4"/>
            </p:cNvCxnSpPr>
            <p:nvPr/>
          </p:nvCxnSpPr>
          <p:spPr>
            <a:xfrm rot="5400000" flipH="1">
              <a:off x="2060581" y="3850550"/>
              <a:ext cx="10678" cy="1783176"/>
            </a:xfrm>
            <a:prstGeom prst="bentConnector3">
              <a:avLst>
                <a:gd name="adj1" fmla="val -269333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D8F4B630-51EC-C73A-0E0A-F1888E88D66F}"/>
                </a:ext>
              </a:extLst>
            </p:cNvPr>
            <p:cNvSpPr txBox="1"/>
            <p:nvPr/>
          </p:nvSpPr>
          <p:spPr>
            <a:xfrm>
              <a:off x="1738869" y="4929360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E2A945F-4F1A-F75A-8ECD-DB3DBB24E126}"/>
                </a:ext>
              </a:extLst>
            </p:cNvPr>
            <p:cNvSpPr txBox="1"/>
            <p:nvPr/>
          </p:nvSpPr>
          <p:spPr>
            <a:xfrm>
              <a:off x="2735029" y="5263804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57F61D9D-94CC-07A6-848E-3A27103AC287}"/>
                </a:ext>
              </a:extLst>
            </p:cNvPr>
            <p:cNvSpPr txBox="1"/>
            <p:nvPr/>
          </p:nvSpPr>
          <p:spPr>
            <a:xfrm>
              <a:off x="3712776" y="5583202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322F09EE-2942-8DC3-20D3-D2F476D4C87A}"/>
                </a:ext>
              </a:extLst>
            </p:cNvPr>
            <p:cNvSpPr txBox="1"/>
            <p:nvPr/>
          </p:nvSpPr>
          <p:spPr>
            <a:xfrm>
              <a:off x="4820369" y="589386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x=1/z=0</a:t>
              </a:r>
            </a:p>
          </p:txBody>
        </p:sp>
        <p:cxnSp>
          <p:nvCxnSpPr>
            <p:cNvPr id="256" name="Curved Connector 255">
              <a:extLst>
                <a:ext uri="{FF2B5EF4-FFF2-40B4-BE49-F238E27FC236}">
                  <a16:creationId xmlns:a16="http://schemas.microsoft.com/office/drawing/2014/main" id="{E0151CCE-1C02-AB25-A3AC-AD73901C50E1}"/>
                </a:ext>
              </a:extLst>
            </p:cNvPr>
            <p:cNvCxnSpPr>
              <a:cxnSpLocks/>
              <a:stCxn id="7" idx="7"/>
              <a:endCxn id="7" idx="0"/>
            </p:cNvCxnSpPr>
            <p:nvPr/>
          </p:nvCxnSpPr>
          <p:spPr>
            <a:xfrm rot="16200000" flipV="1">
              <a:off x="8422624" y="3515773"/>
              <a:ext cx="163453" cy="394609"/>
            </a:xfrm>
            <a:prstGeom prst="curvedConnector3">
              <a:avLst>
                <a:gd name="adj1" fmla="val 26391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9A620E6E-D492-4839-7CD3-4FF101CDE75F}"/>
                </a:ext>
              </a:extLst>
            </p:cNvPr>
            <p:cNvSpPr txBox="1"/>
            <p:nvPr/>
          </p:nvSpPr>
          <p:spPr>
            <a:xfrm>
              <a:off x="8249206" y="3293369"/>
              <a:ext cx="510287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x=0/z=1</a:t>
              </a:r>
              <a:endParaRPr lang="en-IL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912934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96ECC-17BE-588B-9B90-D11433616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3CE58C-4F53-695C-DC92-8AAF33879E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1707258"/>
                <a:ext cx="8229600" cy="4242022"/>
              </a:xfrm>
            </p:spPr>
            <p:txBody>
              <a:bodyPr>
                <a:noAutofit/>
              </a:bodyPr>
              <a:lstStyle/>
              <a:p>
                <a:pPr marL="0">
                  <a:buNone/>
                </a:pPr>
                <a:r>
                  <a:rPr lang="he-IL" dirty="0"/>
                  <a:t>רוצים לממש מערכת שמוציאה </a:t>
                </a:r>
                <a:r>
                  <a:rPr lang="en-US" dirty="0"/>
                  <a:t>z=1</a:t>
                </a:r>
                <a:r>
                  <a:rPr lang="he-IL" dirty="0"/>
                  <a:t> אמ''מ המספר שהתקבל עד כה מתחלק ב-32.</a:t>
                </a:r>
              </a:p>
              <a:p>
                <a:pPr marL="0">
                  <a:buNone/>
                </a:pPr>
                <a:r>
                  <a:rPr lang="he-IL" dirty="0"/>
                  <a:t>למערכת כניסה אחת ויציאה אחת והיא מוזנת תחילה מה-</a:t>
                </a:r>
                <a:r>
                  <a:rPr lang="en-US" dirty="0"/>
                  <a:t>MSB</a:t>
                </a:r>
                <a:r>
                  <a:rPr lang="he-IL" dirty="0"/>
                  <a:t>.</a:t>
                </a:r>
              </a:p>
              <a:p>
                <a:pPr marL="365760" indent="-457200">
                  <a:buFont typeface="+mj-cs"/>
                  <a:buAutoNum type="hebrew2Minus"/>
                </a:pPr>
                <a:r>
                  <a:rPr lang="he-IL" dirty="0"/>
                  <a:t>מהו מספר המינימלי של </a:t>
                </a:r>
                <a:r>
                  <a:rPr lang="en-US" dirty="0"/>
                  <a:t>DFF</a:t>
                </a:r>
                <a:r>
                  <a:rPr lang="he-IL" dirty="0"/>
                  <a:t> הנדרש למימוש המערכת?</a:t>
                </a:r>
                <a:endParaRPr lang="en-US" dirty="0"/>
              </a:p>
              <a:p>
                <a:pPr marL="201168" lvl="1" indent="0">
                  <a:buNone/>
                </a:pPr>
                <a:r>
                  <a:rPr lang="en-US" dirty="0"/>
                  <a:t>	</a:t>
                </a:r>
                <a:r>
                  <a:rPr lang="he-IL" dirty="0"/>
                  <a:t>למערכת 5 מצבים כך שמספר ה</a:t>
                </a:r>
                <a:r>
                  <a:rPr lang="en-US" dirty="0"/>
                  <a:t>DFF</a:t>
                </a:r>
                <a:r>
                  <a:rPr lang="he-IL" dirty="0"/>
                  <a:t> המינימלי הוא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func>
                      </m:e>
                    </m:d>
                    <m:r>
                      <a:rPr lang="he-IL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he-IL" dirty="0"/>
              </a:p>
              <a:p>
                <a:pPr marL="201168" lvl="1" indent="0">
                  <a:buNone/>
                </a:pPr>
                <a:endParaRPr lang="he-IL" dirty="0"/>
              </a:p>
              <a:p>
                <a:pPr marL="365760" indent="-457200">
                  <a:buFont typeface="+mj-cs"/>
                  <a:buAutoNum type="hebrew2Minus"/>
                </a:pPr>
                <a:r>
                  <a:rPr lang="he-IL" dirty="0"/>
                  <a:t>מהו סוג המערכת? האם ניתן להפוך אותה למערכת מן הסוג השני? אם כן, כמה </a:t>
                </a:r>
                <a:r>
                  <a:rPr lang="en-US" dirty="0"/>
                  <a:t>DFF </a:t>
                </a:r>
                <a:r>
                  <a:rPr lang="he-IL" dirty="0"/>
                  <a:t> דורשים לצורך המימוש?</a:t>
                </a:r>
              </a:p>
              <a:p>
                <a:pPr marL="201168" lvl="1" indent="0">
                  <a:buNone/>
                </a:pPr>
                <a:r>
                  <a:rPr lang="he-IL" dirty="0"/>
                  <a:t>	המערכת היא מערכת </a:t>
                </a:r>
                <a:r>
                  <a:rPr lang="he-IL" dirty="0" err="1"/>
                  <a:t>Mealey</a:t>
                </a:r>
                <a:r>
                  <a:rPr lang="he-IL" dirty="0"/>
                  <a:t>. </a:t>
                </a:r>
              </a:p>
              <a:p>
                <a:pPr marL="201168" lvl="1" indent="0">
                  <a:buNone/>
                </a:pPr>
                <a:r>
                  <a:rPr lang="he-IL" dirty="0"/>
                  <a:t>	נשים לב כי למעט מצב </a:t>
                </a:r>
                <a:r>
                  <a:rPr lang="en-US" dirty="0"/>
                  <a:t>E</a:t>
                </a:r>
                <a:r>
                  <a:rPr lang="he-IL" dirty="0"/>
                  <a:t> אנחנו תמיד מוציאים 0. לכן, על מנת להתגבר על הבעיה 	בה במצב </a:t>
                </a:r>
                <a:r>
                  <a:rPr lang="en-US" dirty="0"/>
                  <a:t>E</a:t>
                </a:r>
                <a:r>
                  <a:rPr lang="he-IL" dirty="0"/>
                  <a:t> יתכנו 2 אפשרויות פלט, נפצל את מצב </a:t>
                </a:r>
                <a:r>
                  <a:rPr lang="en-US" dirty="0"/>
                  <a:t>E</a:t>
                </a:r>
                <a:r>
                  <a:rPr lang="he-IL" dirty="0"/>
                  <a:t> למצב אחד נוסף ונעבור 	למכונת </a:t>
                </a:r>
                <a:r>
                  <a:rPr lang="en-US" dirty="0"/>
                  <a:t> Moore</a:t>
                </a:r>
                <a:r>
                  <a:rPr lang="he-IL" dirty="0"/>
                  <a:t>. </a:t>
                </a:r>
              </a:p>
              <a:p>
                <a:pPr marL="201168" lvl="1" indent="0">
                  <a:buNone/>
                </a:pPr>
                <a:r>
                  <a:rPr lang="he-IL" dirty="0"/>
                  <a:t>	חשוב לשים לב: כעת האינדיקציה על חלוקה ללא שארית היא עבור המספר שנקלט 	עד *ולא כולל* הכניסה הנוכחית</a:t>
                </a:r>
              </a:p>
              <a:p>
                <a:pPr marL="201168" lvl="1" indent="0">
                  <a:buNone/>
                </a:pPr>
                <a:r>
                  <a:rPr lang="he-IL" dirty="0"/>
                  <a:t>	כעת יש לנו 6 מצבים ולכן </a:t>
                </a:r>
                <a:r>
                  <a:rPr lang="he-IL" dirty="0" err="1"/>
                  <a:t>נידרש</a:t>
                </a:r>
                <a:r>
                  <a:rPr lang="he-IL" dirty="0"/>
                  <a:t> ב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func>
                      </m:e>
                    </m:d>
                    <m:r>
                      <a:rPr lang="he-IL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he-IL" dirty="0"/>
                  <a:t> </a:t>
                </a:r>
                <a:r>
                  <a:rPr lang="en-US" dirty="0"/>
                  <a:t>DFF</a:t>
                </a:r>
                <a:endParaRPr lang="he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3CE58C-4F53-695C-DC92-8AAF33879E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707258"/>
                <a:ext cx="8229600" cy="4242022"/>
              </a:xfrm>
              <a:blipFill>
                <a:blip r:embed="rId3"/>
                <a:stretch>
                  <a:fillRect l="-616" t="-1791" r="-1849" b="-1194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AA844-0901-3292-2842-9A957074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43</a:t>
            </a:fld>
            <a:endParaRPr lang="he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6B2F3-5192-0DA7-75D0-FBE1C0AA3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cs typeface="+mn-cs"/>
              </a:rPr>
              <a:t>5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 - </a:t>
            </a:r>
            <a:r>
              <a:rPr lang="he-IL" dirty="0" err="1">
                <a:solidFill>
                  <a:schemeClr val="tx2">
                    <a:lumMod val="50000"/>
                  </a:schemeClr>
                </a:solidFill>
                <a:cs typeface="+mn-cs"/>
              </a:rPr>
              <a:t>פיתרון</a:t>
            </a:r>
            <a:endParaRPr lang="he-IL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03805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9FBA0-E9AB-D3BC-C045-7602DF3C1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7CA62-99A3-CD4E-3209-9D715EFA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09395-9572-4BA5-976E-D68A2E8C6FCD}" type="slidenum">
              <a:rPr lang="he-IL" smtClean="0"/>
              <a:pPr>
                <a:defRPr/>
              </a:pPr>
              <a:t>44</a:t>
            </a:fld>
            <a:endParaRPr lang="he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827DD-B988-28D4-63AA-1F6D79E35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תרגיל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cs typeface="+mn-cs"/>
              </a:rPr>
              <a:t>5</a:t>
            </a:r>
            <a:r>
              <a:rPr lang="he-IL" dirty="0">
                <a:solidFill>
                  <a:schemeClr val="tx2">
                    <a:lumMod val="50000"/>
                  </a:schemeClr>
                </a:solidFill>
                <a:cs typeface="+mn-cs"/>
              </a:rPr>
              <a:t> – מימוש </a:t>
            </a:r>
            <a:r>
              <a:rPr lang="he-IL" dirty="0" err="1">
                <a:solidFill>
                  <a:schemeClr val="tx2">
                    <a:lumMod val="50000"/>
                  </a:schemeClr>
                </a:solidFill>
                <a:cs typeface="+mn-cs"/>
              </a:rPr>
              <a:t>Moore</a:t>
            </a:r>
            <a:endParaRPr lang="he-IL" dirty="0"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A85544B-F704-2AEC-8EE6-892B5F7DED28}"/>
              </a:ext>
            </a:extLst>
          </p:cNvPr>
          <p:cNvGrpSpPr/>
          <p:nvPr/>
        </p:nvGrpSpPr>
        <p:grpSpPr>
          <a:xfrm>
            <a:off x="193393" y="2004108"/>
            <a:ext cx="8757214" cy="4233204"/>
            <a:chOff x="193393" y="2004108"/>
            <a:chExt cx="8757214" cy="4233204"/>
          </a:xfrm>
        </p:grpSpPr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B5BB4188-37B3-277B-4822-6DC84DC4A3EA}"/>
                </a:ext>
              </a:extLst>
            </p:cNvPr>
            <p:cNvGrpSpPr/>
            <p:nvPr/>
          </p:nvGrpSpPr>
          <p:grpSpPr>
            <a:xfrm>
              <a:off x="193393" y="3488933"/>
              <a:ext cx="8757214" cy="2748379"/>
              <a:chOff x="107893" y="3330150"/>
              <a:chExt cx="8757214" cy="2748379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422293A-EDE7-676D-29D5-6A83606408F4}"/>
                  </a:ext>
                </a:extLst>
              </p:cNvPr>
              <p:cNvSpPr/>
              <p:nvPr/>
            </p:nvSpPr>
            <p:spPr>
              <a:xfrm>
                <a:off x="2399445" y="3631352"/>
                <a:ext cx="1116125" cy="1116125"/>
              </a:xfrm>
              <a:prstGeom prst="ellipse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L" b="1" dirty="0"/>
                  <a:t>B</a:t>
                </a:r>
                <a:endParaRPr lang="en-IL" sz="1200" b="1" dirty="0"/>
              </a:p>
              <a:p>
                <a:pPr algn="ctr"/>
                <a:r>
                  <a:rPr lang="en-IL" sz="1200" dirty="0"/>
                  <a:t>0</a:t>
                </a:r>
              </a:p>
              <a:p>
                <a:pPr algn="ctr"/>
                <a:endParaRPr lang="en-IL" sz="1200" dirty="0"/>
              </a:p>
              <a:p>
                <a:pPr algn="ctr"/>
                <a:r>
                  <a:rPr lang="he-IL" sz="1600" dirty="0"/>
                  <a:t>0</a:t>
                </a:r>
                <a:endParaRPr lang="en-US" sz="1200" dirty="0"/>
              </a:p>
              <a:p>
                <a:pPr algn="ctr"/>
                <a:endParaRPr lang="en-IL" sz="1200" dirty="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1E020E6-5EEC-20FA-BDAC-85A540A999B9}"/>
                  </a:ext>
                </a:extLst>
              </p:cNvPr>
              <p:cNvSpPr/>
              <p:nvPr/>
            </p:nvSpPr>
            <p:spPr>
              <a:xfrm>
                <a:off x="4182624" y="3631352"/>
                <a:ext cx="1116125" cy="1116125"/>
              </a:xfrm>
              <a:prstGeom prst="ellipse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L" b="1" dirty="0"/>
                  <a:t>C</a:t>
                </a:r>
              </a:p>
              <a:p>
                <a:pPr algn="ctr"/>
                <a:r>
                  <a:rPr lang="en-IL" sz="1200" dirty="0"/>
                  <a:t>00</a:t>
                </a:r>
              </a:p>
              <a:p>
                <a:pPr algn="ctr"/>
                <a:endParaRPr lang="en-IL" sz="1200" dirty="0"/>
              </a:p>
              <a:p>
                <a:pPr algn="ctr"/>
                <a:r>
                  <a:rPr lang="he-IL" sz="1600" dirty="0"/>
                  <a:t>0</a:t>
                </a:r>
                <a:endParaRPr lang="en-US" sz="1600" dirty="0"/>
              </a:p>
              <a:p>
                <a:pPr algn="ctr"/>
                <a:endParaRPr lang="en-IL" sz="1200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1B92234-B2A0-28B4-2A1D-8E0A0E76E01B}"/>
                  </a:ext>
                </a:extLst>
              </p:cNvPr>
              <p:cNvSpPr/>
              <p:nvPr/>
            </p:nvSpPr>
            <p:spPr>
              <a:xfrm>
                <a:off x="7748982" y="3631351"/>
                <a:ext cx="1116125" cy="1116125"/>
              </a:xfrm>
              <a:prstGeom prst="ellipse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IL" b="1" dirty="0"/>
                  <a:t>E</a:t>
                </a:r>
                <a:endParaRPr lang="en-IL" dirty="0"/>
              </a:p>
              <a:p>
                <a:pPr algn="ctr"/>
                <a:r>
                  <a:rPr lang="en-IL" sz="1200" dirty="0"/>
                  <a:t>0000</a:t>
                </a:r>
              </a:p>
              <a:p>
                <a:pPr algn="ctr"/>
                <a:endParaRPr lang="en-IL" sz="1200" dirty="0"/>
              </a:p>
              <a:p>
                <a:pPr algn="ctr"/>
                <a:r>
                  <a:rPr lang="he-IL" sz="1600" dirty="0"/>
                  <a:t>0</a:t>
                </a:r>
                <a:endParaRPr lang="en-US" sz="1600" dirty="0"/>
              </a:p>
              <a:p>
                <a:pPr algn="ctr"/>
                <a:endParaRPr lang="en-IL" sz="1200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E939F98-52B6-B268-20F1-A30D0314248E}"/>
                  </a:ext>
                </a:extLst>
              </p:cNvPr>
              <p:cNvSpPr/>
              <p:nvPr/>
            </p:nvSpPr>
            <p:spPr>
              <a:xfrm>
                <a:off x="5965803" y="3631351"/>
                <a:ext cx="1116125" cy="1116125"/>
              </a:xfrm>
              <a:prstGeom prst="ellipse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D</a:t>
                </a:r>
                <a:endParaRPr lang="he-IL" sz="1200" b="1" dirty="0"/>
              </a:p>
              <a:p>
                <a:pPr algn="ctr"/>
                <a:r>
                  <a:rPr lang="en-IL" sz="1200" dirty="0"/>
                  <a:t>000</a:t>
                </a:r>
              </a:p>
              <a:p>
                <a:pPr algn="ctr"/>
                <a:endParaRPr lang="en-IL" sz="1200" dirty="0"/>
              </a:p>
              <a:p>
                <a:pPr algn="ctr"/>
                <a:r>
                  <a:rPr lang="he-IL" sz="1600" dirty="0"/>
                  <a:t>0</a:t>
                </a:r>
                <a:endParaRPr lang="en-US" sz="1600" dirty="0"/>
              </a:p>
              <a:p>
                <a:pPr algn="ctr"/>
                <a:endParaRPr lang="en-IL" sz="1200" dirty="0"/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22DA60C7-68A6-FF62-B02A-069E00399796}"/>
                  </a:ext>
                </a:extLst>
              </p:cNvPr>
              <p:cNvCxnSpPr>
                <a:cxnSpLocks/>
                <a:stCxn id="3" idx="6"/>
                <a:endCxn id="5" idx="2"/>
              </p:cNvCxnSpPr>
              <p:nvPr/>
            </p:nvCxnSpPr>
            <p:spPr>
              <a:xfrm>
                <a:off x="1732394" y="4178737"/>
                <a:ext cx="667051" cy="106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4F9D108D-0E35-7746-CFDD-2535825761F6}"/>
                  </a:ext>
                </a:extLst>
              </p:cNvPr>
              <p:cNvCxnSpPr>
                <a:cxnSpLocks/>
                <a:stCxn id="5" idx="6"/>
                <a:endCxn id="6" idx="2"/>
              </p:cNvCxnSpPr>
              <p:nvPr/>
            </p:nvCxnSpPr>
            <p:spPr>
              <a:xfrm>
                <a:off x="3515570" y="4189415"/>
                <a:ext cx="66705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FE90064C-E947-3C8F-036F-BB9A4688C1FC}"/>
                  </a:ext>
                </a:extLst>
              </p:cNvPr>
              <p:cNvCxnSpPr>
                <a:cxnSpLocks/>
                <a:stCxn id="6" idx="6"/>
                <a:endCxn id="9" idx="2"/>
              </p:cNvCxnSpPr>
              <p:nvPr/>
            </p:nvCxnSpPr>
            <p:spPr>
              <a:xfrm flipV="1">
                <a:off x="5298749" y="4189414"/>
                <a:ext cx="667054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04837D7-41B8-691A-547A-80B1E02E2B04}"/>
                  </a:ext>
                </a:extLst>
              </p:cNvPr>
              <p:cNvSpPr txBox="1"/>
              <p:nvPr/>
            </p:nvSpPr>
            <p:spPr>
              <a:xfrm>
                <a:off x="1772232" y="4097080"/>
                <a:ext cx="518221" cy="184666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IL" sz="1200" dirty="0"/>
                  <a:t>x=0</a:t>
                </a:r>
              </a:p>
            </p:txBody>
          </p: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3F9DC17D-9FD1-0328-2E0D-A68F3ED35902}"/>
                  </a:ext>
                </a:extLst>
              </p:cNvPr>
              <p:cNvSpPr/>
              <p:nvPr/>
            </p:nvSpPr>
            <p:spPr>
              <a:xfrm>
                <a:off x="616269" y="3620674"/>
                <a:ext cx="1116125" cy="1116125"/>
              </a:xfrm>
              <a:prstGeom prst="ellipse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IL" sz="1600" b="1" dirty="0"/>
                  <a:t>A</a:t>
                </a:r>
              </a:p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dirty="0"/>
                  <a:t>No sequence</a:t>
                </a:r>
                <a:r>
                  <a:rPr lang="en-US" sz="1200" dirty="0"/>
                  <a:t> </a:t>
                </a:r>
              </a:p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/>
              </a:p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he-IL" sz="1600" dirty="0"/>
                  <a:t>0</a:t>
                </a:r>
                <a:endParaRPr lang="en-US" sz="1600" dirty="0"/>
              </a:p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dirty="0"/>
              </a:p>
            </p:txBody>
          </p:sp>
          <p:cxnSp>
            <p:nvCxnSpPr>
              <p:cNvPr id="51" name="Curved Connector 50">
                <a:extLst>
                  <a:ext uri="{FF2B5EF4-FFF2-40B4-BE49-F238E27FC236}">
                    <a16:creationId xmlns:a16="http://schemas.microsoft.com/office/drawing/2014/main" id="{5B0106A2-66FA-D553-0442-E5ED396450AE}"/>
                  </a:ext>
                </a:extLst>
              </p:cNvPr>
              <p:cNvCxnSpPr>
                <a:cxnSpLocks/>
                <a:stCxn id="3" idx="3"/>
                <a:endCxn id="3" idx="2"/>
              </p:cNvCxnSpPr>
              <p:nvPr/>
            </p:nvCxnSpPr>
            <p:spPr>
              <a:xfrm rot="5400000" flipH="1">
                <a:off x="500691" y="4294316"/>
                <a:ext cx="394609" cy="163453"/>
              </a:xfrm>
              <a:prstGeom prst="curvedConnector4">
                <a:avLst>
                  <a:gd name="adj1" fmla="val -32078"/>
                  <a:gd name="adj2" fmla="val 239857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97DA2EF-6DBB-3B0F-D194-136682EAA421}"/>
                  </a:ext>
                </a:extLst>
              </p:cNvPr>
              <p:cNvSpPr txBox="1"/>
              <p:nvPr/>
            </p:nvSpPr>
            <p:spPr>
              <a:xfrm>
                <a:off x="107893" y="4396463"/>
                <a:ext cx="510287" cy="184666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200" dirty="0"/>
                  <a:t>x=1</a:t>
                </a:r>
                <a:endParaRPr lang="en-IL" sz="1200" dirty="0"/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AE40553-BB71-401A-3F52-EA8D8C7985D6}"/>
                  </a:ext>
                </a:extLst>
              </p:cNvPr>
              <p:cNvCxnSpPr>
                <a:cxnSpLocks/>
                <a:endCxn id="3" idx="1"/>
              </p:cNvCxnSpPr>
              <p:nvPr/>
            </p:nvCxnSpPr>
            <p:spPr>
              <a:xfrm>
                <a:off x="452816" y="3417587"/>
                <a:ext cx="326906" cy="3665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FA4EA3F-657C-8D90-7B58-5A753C5C6A42}"/>
                  </a:ext>
                </a:extLst>
              </p:cNvPr>
              <p:cNvSpPr txBox="1"/>
              <p:nvPr/>
            </p:nvSpPr>
            <p:spPr>
              <a:xfrm>
                <a:off x="107895" y="3330150"/>
                <a:ext cx="671828" cy="184666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200" dirty="0"/>
                  <a:t>reset</a:t>
                </a:r>
                <a:endParaRPr lang="en-IL" sz="1200" dirty="0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DC5030E-3D8B-59E1-C60D-3238BA570185}"/>
                  </a:ext>
                </a:extLst>
              </p:cNvPr>
              <p:cNvSpPr txBox="1"/>
              <p:nvPr/>
            </p:nvSpPr>
            <p:spPr>
              <a:xfrm>
                <a:off x="3555411" y="4097080"/>
                <a:ext cx="518221" cy="184666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IL" sz="1200" dirty="0"/>
                  <a:t>x=0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151C051-DC58-0706-D029-1D635F4D53D8}"/>
                  </a:ext>
                </a:extLst>
              </p:cNvPr>
              <p:cNvSpPr txBox="1"/>
              <p:nvPr/>
            </p:nvSpPr>
            <p:spPr>
              <a:xfrm>
                <a:off x="5338590" y="4097080"/>
                <a:ext cx="518221" cy="184666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IL" sz="1200" dirty="0"/>
                  <a:t>x=0</a:t>
                </a:r>
              </a:p>
            </p:txBody>
          </p: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D018434C-027E-DF33-A9E4-6239AC70DA8F}"/>
                  </a:ext>
                </a:extLst>
              </p:cNvPr>
              <p:cNvCxnSpPr>
                <a:cxnSpLocks/>
                <a:stCxn id="9" idx="6"/>
                <a:endCxn id="7" idx="2"/>
              </p:cNvCxnSpPr>
              <p:nvPr/>
            </p:nvCxnSpPr>
            <p:spPr>
              <a:xfrm>
                <a:off x="7081928" y="4189414"/>
                <a:ext cx="66705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4B1BA13-AF3F-3707-35ED-5ED712CAC88E}"/>
                  </a:ext>
                </a:extLst>
              </p:cNvPr>
              <p:cNvSpPr txBox="1"/>
              <p:nvPr/>
            </p:nvSpPr>
            <p:spPr>
              <a:xfrm>
                <a:off x="7121769" y="4097080"/>
                <a:ext cx="518221" cy="184666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IL" sz="1200" dirty="0"/>
                  <a:t>x=0</a:t>
                </a:r>
              </a:p>
            </p:txBody>
          </p:sp>
          <p:cxnSp>
            <p:nvCxnSpPr>
              <p:cNvPr id="207" name="Elbow Connector 206">
                <a:extLst>
                  <a:ext uri="{FF2B5EF4-FFF2-40B4-BE49-F238E27FC236}">
                    <a16:creationId xmlns:a16="http://schemas.microsoft.com/office/drawing/2014/main" id="{E2CD856D-A09D-C9C5-5D0B-8611CACF4406}"/>
                  </a:ext>
                </a:extLst>
              </p:cNvPr>
              <p:cNvCxnSpPr>
                <a:cxnSpLocks/>
                <a:stCxn id="7" idx="4"/>
                <a:endCxn id="3" idx="4"/>
              </p:cNvCxnSpPr>
              <p:nvPr/>
            </p:nvCxnSpPr>
            <p:spPr>
              <a:xfrm rot="5400000" flipH="1">
                <a:off x="4735350" y="1175782"/>
                <a:ext cx="10677" cy="7132713"/>
              </a:xfrm>
              <a:prstGeom prst="bentConnector3">
                <a:avLst>
                  <a:gd name="adj1" fmla="val -11810312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08" name="Elbow Connector 207">
                <a:extLst>
                  <a:ext uri="{FF2B5EF4-FFF2-40B4-BE49-F238E27FC236}">
                    <a16:creationId xmlns:a16="http://schemas.microsoft.com/office/drawing/2014/main" id="{3827316C-1C7A-B05D-E805-28E9DF6B381D}"/>
                  </a:ext>
                </a:extLst>
              </p:cNvPr>
              <p:cNvCxnSpPr>
                <a:cxnSpLocks/>
                <a:stCxn id="9" idx="4"/>
                <a:endCxn id="3" idx="4"/>
              </p:cNvCxnSpPr>
              <p:nvPr/>
            </p:nvCxnSpPr>
            <p:spPr>
              <a:xfrm rot="5400000" flipH="1">
                <a:off x="3843760" y="2067371"/>
                <a:ext cx="10677" cy="5349534"/>
              </a:xfrm>
              <a:prstGeom prst="bentConnector3">
                <a:avLst>
                  <a:gd name="adj1" fmla="val -9047682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09" name="Elbow Connector 208">
                <a:extLst>
                  <a:ext uri="{FF2B5EF4-FFF2-40B4-BE49-F238E27FC236}">
                    <a16:creationId xmlns:a16="http://schemas.microsoft.com/office/drawing/2014/main" id="{17AC0425-CE0C-5EC8-C94E-03F1687F7D1D}"/>
                  </a:ext>
                </a:extLst>
              </p:cNvPr>
              <p:cNvCxnSpPr>
                <a:cxnSpLocks/>
                <a:stCxn id="6" idx="4"/>
                <a:endCxn id="3" idx="4"/>
              </p:cNvCxnSpPr>
              <p:nvPr/>
            </p:nvCxnSpPr>
            <p:spPr>
              <a:xfrm rot="5400000" flipH="1">
                <a:off x="2952171" y="2958961"/>
                <a:ext cx="10678" cy="3566355"/>
              </a:xfrm>
              <a:prstGeom prst="bentConnector3">
                <a:avLst>
                  <a:gd name="adj1" fmla="val -6008213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0" name="Elbow Connector 209">
                <a:extLst>
                  <a:ext uri="{FF2B5EF4-FFF2-40B4-BE49-F238E27FC236}">
                    <a16:creationId xmlns:a16="http://schemas.microsoft.com/office/drawing/2014/main" id="{578DDCDF-3254-D317-375E-BA3039375D1A}"/>
                  </a:ext>
                </a:extLst>
              </p:cNvPr>
              <p:cNvCxnSpPr>
                <a:cxnSpLocks/>
                <a:stCxn id="5" idx="4"/>
                <a:endCxn id="3" idx="4"/>
              </p:cNvCxnSpPr>
              <p:nvPr/>
            </p:nvCxnSpPr>
            <p:spPr>
              <a:xfrm rot="5400000" flipH="1">
                <a:off x="2060581" y="3850550"/>
                <a:ext cx="10678" cy="1783176"/>
              </a:xfrm>
              <a:prstGeom prst="bentConnector3">
                <a:avLst>
                  <a:gd name="adj1" fmla="val -2693332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C477A3EB-703B-5617-3A92-B33ACF591A0B}"/>
                  </a:ext>
                </a:extLst>
              </p:cNvPr>
              <p:cNvSpPr txBox="1"/>
              <p:nvPr/>
            </p:nvSpPr>
            <p:spPr>
              <a:xfrm>
                <a:off x="1738869" y="4929360"/>
                <a:ext cx="518221" cy="184666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IL" sz="1200" dirty="0"/>
                  <a:t>x=1</a:t>
                </a:r>
              </a:p>
            </p:txBody>
          </p: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0811D161-E11F-E3BA-9CB7-BA14969C1D4C}"/>
                  </a:ext>
                </a:extLst>
              </p:cNvPr>
              <p:cNvSpPr txBox="1"/>
              <p:nvPr/>
            </p:nvSpPr>
            <p:spPr>
              <a:xfrm>
                <a:off x="2735029" y="5263804"/>
                <a:ext cx="518221" cy="184666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IL" sz="1200" dirty="0"/>
                  <a:t>x=1</a:t>
                </a:r>
              </a:p>
            </p:txBody>
          </p:sp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274F1418-0F54-F4C1-35A0-D5AE012620E9}"/>
                  </a:ext>
                </a:extLst>
              </p:cNvPr>
              <p:cNvSpPr txBox="1"/>
              <p:nvPr/>
            </p:nvSpPr>
            <p:spPr>
              <a:xfrm>
                <a:off x="3712776" y="5583202"/>
                <a:ext cx="518221" cy="184666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IL" sz="1200" dirty="0"/>
                  <a:t>x=1</a:t>
                </a:r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98684537-3DF1-307B-B858-9C925B799084}"/>
                  </a:ext>
                </a:extLst>
              </p:cNvPr>
              <p:cNvSpPr txBox="1"/>
              <p:nvPr/>
            </p:nvSpPr>
            <p:spPr>
              <a:xfrm>
                <a:off x="4820369" y="5893863"/>
                <a:ext cx="518221" cy="184666"/>
              </a:xfrm>
              <a:prstGeom prst="rect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IL" sz="1200" dirty="0"/>
                  <a:t>x=1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9707F44-E3FE-DAF5-CA89-E2205A280F64}"/>
                </a:ext>
              </a:extLst>
            </p:cNvPr>
            <p:cNvSpPr/>
            <p:nvPr/>
          </p:nvSpPr>
          <p:spPr>
            <a:xfrm>
              <a:off x="7834481" y="2312875"/>
              <a:ext cx="1116125" cy="11161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L" b="1" dirty="0"/>
                <a:t>F</a:t>
              </a:r>
              <a:endParaRPr lang="en-IL" dirty="0"/>
            </a:p>
            <a:p>
              <a:pPr algn="ctr"/>
              <a:r>
                <a:rPr lang="en-IL" sz="1200" dirty="0"/>
                <a:t>00000</a:t>
              </a:r>
            </a:p>
            <a:p>
              <a:pPr algn="ctr"/>
              <a:endParaRPr lang="en-IL" sz="1200" dirty="0"/>
            </a:p>
            <a:p>
              <a:pPr algn="ctr"/>
              <a:r>
                <a:rPr lang="he-IL" sz="1600" dirty="0"/>
                <a:t>1</a:t>
              </a:r>
              <a:endParaRPr lang="en-US" sz="1600" dirty="0"/>
            </a:p>
            <a:p>
              <a:pPr algn="ctr"/>
              <a:endParaRPr lang="en-IL" sz="1200" dirty="0"/>
            </a:p>
          </p:txBody>
        </p:sp>
        <p:cxnSp>
          <p:nvCxnSpPr>
            <p:cNvPr id="10" name="Curved Connector 9">
              <a:extLst>
                <a:ext uri="{FF2B5EF4-FFF2-40B4-BE49-F238E27FC236}">
                  <a16:creationId xmlns:a16="http://schemas.microsoft.com/office/drawing/2014/main" id="{5FACAC7B-0878-7BC1-7A0E-2A2976C57A36}"/>
                </a:ext>
              </a:extLst>
            </p:cNvPr>
            <p:cNvCxnSpPr>
              <a:cxnSpLocks/>
              <a:stCxn id="8" idx="7"/>
              <a:endCxn id="8" idx="0"/>
            </p:cNvCxnSpPr>
            <p:nvPr/>
          </p:nvCxnSpPr>
          <p:spPr>
            <a:xfrm rot="16200000" flipV="1">
              <a:off x="8508123" y="2197297"/>
              <a:ext cx="163453" cy="394609"/>
            </a:xfrm>
            <a:prstGeom prst="curvedConnector3">
              <a:avLst>
                <a:gd name="adj1" fmla="val 239857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0C5864C-F514-AC2B-DAF1-EAAD929AC290}"/>
                </a:ext>
              </a:extLst>
            </p:cNvPr>
            <p:cNvSpPr txBox="1"/>
            <p:nvPr/>
          </p:nvSpPr>
          <p:spPr>
            <a:xfrm>
              <a:off x="8308921" y="2004108"/>
              <a:ext cx="510287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x=0</a:t>
              </a:r>
              <a:endParaRPr lang="en-IL" sz="12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A4D9642-7A59-A8F4-CCC8-EA01DCF568B8}"/>
                </a:ext>
              </a:extLst>
            </p:cNvPr>
            <p:cNvCxnSpPr>
              <a:cxnSpLocks/>
              <a:stCxn id="7" idx="0"/>
              <a:endCxn id="8" idx="4"/>
            </p:cNvCxnSpPr>
            <p:nvPr/>
          </p:nvCxnSpPr>
          <p:spPr>
            <a:xfrm flipH="1" flipV="1">
              <a:off x="8392544" y="3429000"/>
              <a:ext cx="1" cy="3611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9934C0-B479-E3F2-D00C-0508338493A1}"/>
                </a:ext>
              </a:extLst>
            </p:cNvPr>
            <p:cNvSpPr txBox="1"/>
            <p:nvPr/>
          </p:nvSpPr>
          <p:spPr>
            <a:xfrm>
              <a:off x="8133432" y="3553101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x=0</a:t>
              </a:r>
            </a:p>
          </p:txBody>
        </p: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466B2112-84DD-508B-81C9-9728CC652543}"/>
                </a:ext>
              </a:extLst>
            </p:cNvPr>
            <p:cNvCxnSpPr>
              <a:cxnSpLocks/>
              <a:stCxn id="8" idx="2"/>
              <a:endCxn id="3" idx="0"/>
            </p:cNvCxnSpPr>
            <p:nvPr/>
          </p:nvCxnSpPr>
          <p:spPr>
            <a:xfrm rot="10800000" flipV="1">
              <a:off x="1259833" y="2870937"/>
              <a:ext cx="6574649" cy="90851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0601194-5FB2-E097-EDB3-6DDE920E355A}"/>
                </a:ext>
              </a:extLst>
            </p:cNvPr>
            <p:cNvSpPr txBox="1"/>
            <p:nvPr/>
          </p:nvSpPr>
          <p:spPr>
            <a:xfrm>
              <a:off x="4591093" y="2778603"/>
              <a:ext cx="518221" cy="1846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IL" sz="1200" dirty="0"/>
                <a:t>x=1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F3AE459-503D-444E-0EA6-F4B4DF4BD3EE}"/>
                </a:ext>
              </a:extLst>
            </p:cNvPr>
            <p:cNvCxnSpPr>
              <a:cxnSpLocks/>
              <a:stCxn id="3" idx="2"/>
              <a:endCxn id="3" idx="6"/>
            </p:cNvCxnSpPr>
            <p:nvPr/>
          </p:nvCxnSpPr>
          <p:spPr>
            <a:xfrm>
              <a:off x="701769" y="4337520"/>
              <a:ext cx="1116125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221FEA4-B352-E657-45CA-B4C1E5A553F3}"/>
                </a:ext>
              </a:extLst>
            </p:cNvPr>
            <p:cNvCxnSpPr>
              <a:cxnSpLocks/>
              <a:stCxn id="5" idx="2"/>
              <a:endCxn id="5" idx="6"/>
            </p:cNvCxnSpPr>
            <p:nvPr/>
          </p:nvCxnSpPr>
          <p:spPr>
            <a:xfrm>
              <a:off x="2484945" y="4348198"/>
              <a:ext cx="1116125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7F3E3A4-BD5B-905F-38C3-C5E302FF1CE6}"/>
                </a:ext>
              </a:extLst>
            </p:cNvPr>
            <p:cNvCxnSpPr>
              <a:cxnSpLocks/>
              <a:stCxn id="6" idx="2"/>
              <a:endCxn id="6" idx="6"/>
            </p:cNvCxnSpPr>
            <p:nvPr/>
          </p:nvCxnSpPr>
          <p:spPr>
            <a:xfrm>
              <a:off x="4268124" y="4348198"/>
              <a:ext cx="1116125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0D42A2-2D3B-A75E-F609-0FC087382281}"/>
                </a:ext>
              </a:extLst>
            </p:cNvPr>
            <p:cNvCxnSpPr>
              <a:cxnSpLocks/>
              <a:stCxn id="9" idx="2"/>
              <a:endCxn id="9" idx="6"/>
            </p:cNvCxnSpPr>
            <p:nvPr/>
          </p:nvCxnSpPr>
          <p:spPr>
            <a:xfrm>
              <a:off x="6051303" y="4348197"/>
              <a:ext cx="1116125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DBB9158-3531-C2D9-FA29-6B4AFD8370BD}"/>
                </a:ext>
              </a:extLst>
            </p:cNvPr>
            <p:cNvCxnSpPr>
              <a:cxnSpLocks/>
              <a:stCxn id="7" idx="2"/>
              <a:endCxn id="7" idx="6"/>
            </p:cNvCxnSpPr>
            <p:nvPr/>
          </p:nvCxnSpPr>
          <p:spPr>
            <a:xfrm>
              <a:off x="7834482" y="4348197"/>
              <a:ext cx="1116125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88950A9-5BB2-8DD5-7D49-A8475FB20A23}"/>
                </a:ext>
              </a:extLst>
            </p:cNvPr>
            <p:cNvCxnSpPr>
              <a:cxnSpLocks/>
              <a:stCxn id="8" idx="2"/>
              <a:endCxn id="8" idx="6"/>
            </p:cNvCxnSpPr>
            <p:nvPr/>
          </p:nvCxnSpPr>
          <p:spPr>
            <a:xfrm>
              <a:off x="7834481" y="2870938"/>
              <a:ext cx="1116125" cy="0"/>
            </a:xfrm>
            <a:prstGeom prst="lin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750698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165C-B375-4F7F-1E0A-38A593E2C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D69FC6-FA32-A6A0-FB2F-A14C56C2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r"/>
            <a:r>
              <a:rPr lang="he-IL" dirty="0"/>
              <a:t>סיכום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53E734F-E39F-A4EF-08FC-04EF77FF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05001"/>
            <a:ext cx="7543800" cy="4343400"/>
          </a:xfrm>
        </p:spPr>
        <p:txBody>
          <a:bodyPr>
            <a:normAutofit/>
          </a:bodyPr>
          <a:lstStyle/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מכונות מצבים: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Moore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Mealy</a:t>
            </a:r>
            <a:endParaRPr lang="he-IL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he-IL" sz="2200" dirty="0"/>
              <a:t> סינתזה (מימוש של מכונת מצבים בחומרה):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000" dirty="0"/>
              <a:t> דיאגרמת מצבים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000" dirty="0"/>
              <a:t> טבלת מצבים (+ צמצום)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000" dirty="0"/>
              <a:t> הקצאת מצבים (קוד לכל מצב)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000" dirty="0"/>
              <a:t> טבלת מעברים ופלט (הצבת הקודים בטבלת המצבים)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000" dirty="0"/>
              <a:t> מציאת הפונקציות המתארות את כניסות ה-</a:t>
            </a:r>
            <a:r>
              <a:rPr lang="en-US" sz="2000" dirty="0"/>
              <a:t>FF</a:t>
            </a:r>
            <a:r>
              <a:rPr lang="he-IL" sz="2000" dirty="0"/>
              <a:t> </a:t>
            </a:r>
            <a:r>
              <a:rPr lang="en-US" sz="2000" dirty="0"/>
              <a:t> </a:t>
            </a:r>
            <a:r>
              <a:rPr lang="he-IL" sz="2000" dirty="0"/>
              <a:t>ואת המוצא </a:t>
            </a:r>
            <a:r>
              <a:rPr lang="en-US" sz="2000" dirty="0"/>
              <a:t>Z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000" dirty="0"/>
              <a:t> שרטוט המעגל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200" dirty="0"/>
          </a:p>
          <a:p>
            <a:pPr algn="l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50629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0CE68-A21F-A89F-9BC6-9E7A65CDF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48E447A-E6F7-4C04-4346-59296DF7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r"/>
            <a:r>
              <a:rPr lang="he-IL" dirty="0"/>
              <a:t>שבוע הבא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222C386-3726-CBEB-92D1-24103B9BE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05001"/>
            <a:ext cx="7543800" cy="4343400"/>
          </a:xfrm>
        </p:spPr>
        <p:txBody>
          <a:bodyPr>
            <a:normAutofit/>
          </a:bodyPr>
          <a:lstStyle/>
          <a:p>
            <a:pPr algn="r">
              <a:buFont typeface="Wingdings" panose="05000000000000000000" pitchFamily="2" charset="2"/>
              <a:buChar char="§"/>
            </a:pPr>
            <a:r>
              <a:rPr lang="he-IL" sz="2400" dirty="0"/>
              <a:t> </a:t>
            </a:r>
            <a:r>
              <a:rPr lang="en-US" sz="2400" dirty="0"/>
              <a:t>Pipeline</a:t>
            </a:r>
            <a:endParaRPr lang="he-IL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he-IL" sz="2200" dirty="0"/>
              <a:t> תקשורת</a:t>
            </a:r>
            <a:endParaRPr lang="en-US" sz="2200" dirty="0"/>
          </a:p>
          <a:p>
            <a:pPr algn="l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1008573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5867</TotalTime>
  <Words>2562</Words>
  <Application>Microsoft Macintosh PowerPoint</Application>
  <PresentationFormat>On-screen Show (4:3)</PresentationFormat>
  <Paragraphs>666</Paragraphs>
  <Slides>46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Wingdings</vt:lpstr>
      <vt:lpstr>Retrospect</vt:lpstr>
      <vt:lpstr>Equation</vt:lpstr>
      <vt:lpstr>PowerPoint Presentation</vt:lpstr>
      <vt:lpstr>שבוע שעבר (תזכורת)</vt:lpstr>
      <vt:lpstr>נושאים</vt:lpstr>
      <vt:lpstr>מוטיבציה</vt:lpstr>
      <vt:lpstr>סוגי מכונות</vt:lpstr>
      <vt:lpstr>שלבי ביצוע הסינתזה</vt:lpstr>
      <vt:lpstr>תרגיל 1</vt:lpstr>
      <vt:lpstr>שלב 1 – שרטוט מכונת מצבים</vt:lpstr>
      <vt:lpstr>שלב 2 - טבלת מצבים</vt:lpstr>
      <vt:lpstr>שלב 2 - טבלת מצבים</vt:lpstr>
      <vt:lpstr>שלב 2 - טבלת מצבים</vt:lpstr>
      <vt:lpstr>שלב 2 - טבלת מצבים</vt:lpstr>
      <vt:lpstr>שלב 2 - טבלת מצבים</vt:lpstr>
      <vt:lpstr>שלב 2 - טבלת מצבים</vt:lpstr>
      <vt:lpstr>שלב 2 - טבלת מצבים</vt:lpstr>
      <vt:lpstr>שלב 3+4 – הקצאת מצבים + טבלת מעברים</vt:lpstr>
      <vt:lpstr>שלב 3+4 – הקצאת מצבים + טבלת מעברים</vt:lpstr>
      <vt:lpstr>שלב 3+4 – הקצאת מצבים + טבלת מעברים</vt:lpstr>
      <vt:lpstr>שלב 3+4 – הקצאת מצבים + טבלת מעברים</vt:lpstr>
      <vt:lpstr>שלב 3+4 – הקצאת מצבים + טבלת מעברים</vt:lpstr>
      <vt:lpstr>שלב 3+4 – הקצאת מצבים + טבלת מעברים</vt:lpstr>
      <vt:lpstr>שלב 3+4 – הקצאת מצבים + טבלת מעברים</vt:lpstr>
      <vt:lpstr>שלב 3+4 – הקצאת מצבים + טבלת מעברים</vt:lpstr>
      <vt:lpstr>שלב 5 – כתיבת פונקציות המתארות את המוצא והשלב הבא</vt:lpstr>
      <vt:lpstr>שלב 6 – שרטוט המעגל</vt:lpstr>
      <vt:lpstr>תרגיל 2</vt:lpstr>
      <vt:lpstr>תרגיל 2 – דיאגרמת מצבים</vt:lpstr>
      <vt:lpstr>תרגיל 2 –טבלת מצבים</vt:lpstr>
      <vt:lpstr>תרגיל 3</vt:lpstr>
      <vt:lpstr>תרגיל 3 – דיאגרמת מצבים</vt:lpstr>
      <vt:lpstr>תרגיל 3 – טבלת מצבים</vt:lpstr>
      <vt:lpstr>תרגיל 3 – הקצאת מצבים וטבלת מעברים</vt:lpstr>
      <vt:lpstr>תרגיל 3 – הקצאת מצבים וטבלת מעברים</vt:lpstr>
      <vt:lpstr>תרגיל 3 – פונקציות הכניסה והיציאה</vt:lpstr>
      <vt:lpstr>תרגיל 3 – שרטוט המעגל</vt:lpstr>
      <vt:lpstr>תרגיל 4</vt:lpstr>
      <vt:lpstr>תרגיל 4 (המשך)</vt:lpstr>
      <vt:lpstr>תרגיל 4 (שאלות לפני הפיתרון)</vt:lpstr>
      <vt:lpstr>תרגיל 4 – דיאגרמת מצבים</vt:lpstr>
      <vt:lpstr>תרגיל 5</vt:lpstr>
      <vt:lpstr>תרגיל 5 – הגדרת הבעיה</vt:lpstr>
      <vt:lpstr>תרגיל 5 – דיאגרמת מצבים</vt:lpstr>
      <vt:lpstr>תרגיל 5 - פיתרון</vt:lpstr>
      <vt:lpstr>תרגיל 5 – מימוש Moore</vt:lpstr>
      <vt:lpstr>סיכום</vt:lpstr>
      <vt:lpstr>שבוע הבא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Devo</dc:creator>
  <cp:lastModifiedBy>Ben Hanuka</cp:lastModifiedBy>
  <cp:revision>336</cp:revision>
  <cp:lastPrinted>2019-05-13T10:18:46Z</cp:lastPrinted>
  <dcterms:created xsi:type="dcterms:W3CDTF">2009-12-13T16:52:59Z</dcterms:created>
  <dcterms:modified xsi:type="dcterms:W3CDTF">2025-12-23T07:02:48Z</dcterms:modified>
</cp:coreProperties>
</file>