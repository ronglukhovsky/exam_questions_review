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0"/>
  </p:notesMasterIdLst>
  <p:sldIdLst>
    <p:sldId id="256" r:id="rId2"/>
    <p:sldId id="687" r:id="rId3"/>
    <p:sldId id="688" r:id="rId4"/>
    <p:sldId id="741" r:id="rId5"/>
    <p:sldId id="716" r:id="rId6"/>
    <p:sldId id="717" r:id="rId7"/>
    <p:sldId id="718" r:id="rId8"/>
    <p:sldId id="719" r:id="rId9"/>
    <p:sldId id="720" r:id="rId10"/>
    <p:sldId id="721" r:id="rId11"/>
    <p:sldId id="722" r:id="rId12"/>
    <p:sldId id="723" r:id="rId13"/>
    <p:sldId id="724" r:id="rId14"/>
    <p:sldId id="725" r:id="rId15"/>
    <p:sldId id="726" r:id="rId16"/>
    <p:sldId id="742" r:id="rId17"/>
    <p:sldId id="727" r:id="rId18"/>
    <p:sldId id="728" r:id="rId19"/>
    <p:sldId id="729" r:id="rId20"/>
    <p:sldId id="730" r:id="rId21"/>
    <p:sldId id="731" r:id="rId22"/>
    <p:sldId id="738" r:id="rId23"/>
    <p:sldId id="743" r:id="rId24"/>
    <p:sldId id="744" r:id="rId25"/>
    <p:sldId id="732" r:id="rId26"/>
    <p:sldId id="739" r:id="rId27"/>
    <p:sldId id="740" r:id="rId28"/>
    <p:sldId id="745"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F157AC-8F8E-6B9C-A8C7-357EE4ECD83C}" v="304" dt="2024-03-22T13:37:57.829"/>
    <p1510:client id="{356105B6-2348-AE3F-2135-9CEA72845359}" v="1" dt="2024-03-23T17:01:37.357"/>
    <p1510:client id="{52336EBE-E48E-135F-7F7C-58CA18342CAF}" v="24" dt="2024-03-23T16:56:16.421"/>
    <p1510:client id="{90BC96EF-580D-549C-F99B-1A4150E378F0}" v="159" dt="2024-03-22T15:46:04.348"/>
    <p1510:client id="{EA06AA47-334A-B92D-1A6E-2E7B74E3582D}" v="253" dt="2024-03-23T16:50:53.0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ללא סגנון, רשת טבלה">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סגנון ביניים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438" autoAdjust="0"/>
  </p:normalViewPr>
  <p:slideViewPr>
    <p:cSldViewPr snapToGrid="0">
      <p:cViewPr varScale="1">
        <p:scale>
          <a:sx n="116" d="100"/>
          <a:sy n="116" d="100"/>
        </p:scale>
        <p:origin x="9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av Gold" userId="S::yoav.gold@campus.technion.ac.il::18c88925-48ee-474c-bf9a-792c317defda" providerId="AD" clId="Web-{52336EBE-E48E-135F-7F7C-58CA18342CAF}"/>
    <pc:docChg chg="addSld delSld modSld">
      <pc:chgData name="Yoav Gold" userId="S::yoav.gold@campus.technion.ac.il::18c88925-48ee-474c-bf9a-792c317defda" providerId="AD" clId="Web-{52336EBE-E48E-135F-7F7C-58CA18342CAF}" dt="2024-03-23T16:56:16.421" v="20"/>
      <pc:docMkLst>
        <pc:docMk/>
      </pc:docMkLst>
      <pc:sldChg chg="add del">
        <pc:chgData name="Yoav Gold" userId="S::yoav.gold@campus.technion.ac.il::18c88925-48ee-474c-bf9a-792c317defda" providerId="AD" clId="Web-{52336EBE-E48E-135F-7F7C-58CA18342CAF}" dt="2024-03-23T16:56:16.421" v="20"/>
        <pc:sldMkLst>
          <pc:docMk/>
          <pc:sldMk cId="162043869" sldId="656"/>
        </pc:sldMkLst>
      </pc:sldChg>
      <pc:sldChg chg="addSp delSp">
        <pc:chgData name="Yoav Gold" userId="S::yoav.gold@campus.technion.ac.il::18c88925-48ee-474c-bf9a-792c317defda" providerId="AD" clId="Web-{52336EBE-E48E-135F-7F7C-58CA18342CAF}" dt="2024-03-23T16:53:03.227" v="1"/>
        <pc:sldMkLst>
          <pc:docMk/>
          <pc:sldMk cId="2858424299" sldId="666"/>
        </pc:sldMkLst>
        <pc:picChg chg="add del">
          <ac:chgData name="Yoav Gold" userId="S::yoav.gold@campus.technion.ac.il::18c88925-48ee-474c-bf9a-792c317defda" providerId="AD" clId="Web-{52336EBE-E48E-135F-7F7C-58CA18342CAF}" dt="2024-03-23T16:53:03.227" v="1"/>
          <ac:picMkLst>
            <pc:docMk/>
            <pc:sldMk cId="2858424299" sldId="666"/>
            <ac:picMk id="2" creationId="{1A1AC518-5849-A0AA-BB49-464423E04210}"/>
          </ac:picMkLst>
        </pc:picChg>
      </pc:sldChg>
      <pc:sldChg chg="addSp delSp modSp add replId delAnim">
        <pc:chgData name="Yoav Gold" userId="S::yoav.gold@campus.technion.ac.il::18c88925-48ee-474c-bf9a-792c317defda" providerId="AD" clId="Web-{52336EBE-E48E-135F-7F7C-58CA18342CAF}" dt="2024-03-23T16:54:46.574" v="18" actId="1076"/>
        <pc:sldMkLst>
          <pc:docMk/>
          <pc:sldMk cId="1799875262" sldId="667"/>
        </pc:sldMkLst>
        <pc:spChg chg="del">
          <ac:chgData name="Yoav Gold" userId="S::yoav.gold@campus.technion.ac.il::18c88925-48ee-474c-bf9a-792c317defda" providerId="AD" clId="Web-{52336EBE-E48E-135F-7F7C-58CA18342CAF}" dt="2024-03-23T16:53:30.025" v="6"/>
          <ac:spMkLst>
            <pc:docMk/>
            <pc:sldMk cId="1799875262" sldId="667"/>
            <ac:spMk id="4" creationId="{D9ADC694-C360-3366-CBA9-DC25C114A6CD}"/>
          </ac:spMkLst>
        </pc:spChg>
        <pc:spChg chg="add del">
          <ac:chgData name="Yoav Gold" userId="S::yoav.gold@campus.technion.ac.il::18c88925-48ee-474c-bf9a-792c317defda" providerId="AD" clId="Web-{52336EBE-E48E-135F-7F7C-58CA18342CAF}" dt="2024-03-23T16:54:11.526" v="13"/>
          <ac:spMkLst>
            <pc:docMk/>
            <pc:sldMk cId="1799875262" sldId="667"/>
            <ac:spMk id="5" creationId="{D9ADC694-C360-3366-CBA9-DC25C114A6CD}"/>
          </ac:spMkLst>
        </pc:spChg>
        <pc:spChg chg="add mod">
          <ac:chgData name="Yoav Gold" userId="S::yoav.gold@campus.technion.ac.il::18c88925-48ee-474c-bf9a-792c317defda" providerId="AD" clId="Web-{52336EBE-E48E-135F-7F7C-58CA18342CAF}" dt="2024-03-23T16:54:46.574" v="18" actId="1076"/>
          <ac:spMkLst>
            <pc:docMk/>
            <pc:sldMk cId="1799875262" sldId="667"/>
            <ac:spMk id="8" creationId="{D9ADC694-C360-3366-CBA9-DC25C114A6CD}"/>
          </ac:spMkLst>
        </pc:spChg>
        <pc:picChg chg="del">
          <ac:chgData name="Yoav Gold" userId="S::yoav.gold@campus.technion.ac.il::18c88925-48ee-474c-bf9a-792c317defda" providerId="AD" clId="Web-{52336EBE-E48E-135F-7F7C-58CA18342CAF}" dt="2024-03-23T16:53:17.822" v="3"/>
          <ac:picMkLst>
            <pc:docMk/>
            <pc:sldMk cId="1799875262" sldId="667"/>
            <ac:picMk id="2" creationId="{1A1AC518-5849-A0AA-BB49-464423E04210}"/>
          </ac:picMkLst>
        </pc:picChg>
        <pc:picChg chg="add mod">
          <ac:chgData name="Yoav Gold" userId="S::yoav.gold@campus.technion.ac.il::18c88925-48ee-474c-bf9a-792c317defda" providerId="AD" clId="Web-{52336EBE-E48E-135F-7F7C-58CA18342CAF}" dt="2024-03-23T16:54:17.073" v="16" actId="1076"/>
          <ac:picMkLst>
            <pc:docMk/>
            <pc:sldMk cId="1799875262" sldId="667"/>
            <ac:picMk id="3" creationId="{BF2B2A96-615C-C0F1-F303-047C8359748E}"/>
          </ac:picMkLst>
        </pc:picChg>
        <pc:picChg chg="add mod">
          <ac:chgData name="Yoav Gold" userId="S::yoav.gold@campus.technion.ac.il::18c88925-48ee-474c-bf9a-792c317defda" providerId="AD" clId="Web-{52336EBE-E48E-135F-7F7C-58CA18342CAF}" dt="2024-03-23T16:54:03.885" v="12" actId="1076"/>
          <ac:picMkLst>
            <pc:docMk/>
            <pc:sldMk cId="1799875262" sldId="667"/>
            <ac:picMk id="7" creationId="{A45B0C9B-85F8-C14C-CEEC-69291D94C61F}"/>
          </ac:picMkLst>
        </pc:picChg>
      </pc:sldChg>
    </pc:docChg>
  </pc:docChgLst>
  <pc:docChgLst>
    <pc:chgData name="Ori Hagler" userId="S::orihagler@campus.technion.ac.il::9730bdac-5c56-4a2c-ab46-196164f06a27" providerId="AD" clId="Web-{90BC96EF-580D-549C-F99B-1A4150E378F0}"/>
    <pc:docChg chg="addSld modSld">
      <pc:chgData name="Ori Hagler" userId="S::orihagler@campus.technion.ac.il::9730bdac-5c56-4a2c-ab46-196164f06a27" providerId="AD" clId="Web-{90BC96EF-580D-549C-F99B-1A4150E378F0}" dt="2024-03-22T15:46:04.348" v="97" actId="14100"/>
      <pc:docMkLst>
        <pc:docMk/>
      </pc:docMkLst>
      <pc:sldChg chg="modSp">
        <pc:chgData name="Ori Hagler" userId="S::orihagler@campus.technion.ac.il::9730bdac-5c56-4a2c-ab46-196164f06a27" providerId="AD" clId="Web-{90BC96EF-580D-549C-F99B-1A4150E378F0}" dt="2024-03-22T15:46:04.348" v="97" actId="14100"/>
        <pc:sldMkLst>
          <pc:docMk/>
          <pc:sldMk cId="162043869" sldId="656"/>
        </pc:sldMkLst>
        <pc:picChg chg="mod modCrop">
          <ac:chgData name="Ori Hagler" userId="S::orihagler@campus.technion.ac.il::9730bdac-5c56-4a2c-ab46-196164f06a27" providerId="AD" clId="Web-{90BC96EF-580D-549C-F99B-1A4150E378F0}" dt="2024-03-22T15:46:04.348" v="97" actId="14100"/>
          <ac:picMkLst>
            <pc:docMk/>
            <pc:sldMk cId="162043869" sldId="656"/>
            <ac:picMk id="7" creationId="{AC893FED-964A-C573-5373-4235BDAB3250}"/>
          </ac:picMkLst>
        </pc:picChg>
      </pc:sldChg>
      <pc:sldChg chg="addSp delSp modSp addAnim delAnim">
        <pc:chgData name="Ori Hagler" userId="S::orihagler@campus.technion.ac.il::9730bdac-5c56-4a2c-ab46-196164f06a27" providerId="AD" clId="Web-{90BC96EF-580D-549C-F99B-1A4150E378F0}" dt="2024-03-22T13:41:36.901" v="55" actId="20577"/>
        <pc:sldMkLst>
          <pc:docMk/>
          <pc:sldMk cId="2345756869" sldId="658"/>
        </pc:sldMkLst>
        <pc:spChg chg="add mod">
          <ac:chgData name="Ori Hagler" userId="S::orihagler@campus.technion.ac.il::9730bdac-5c56-4a2c-ab46-196164f06a27" providerId="AD" clId="Web-{90BC96EF-580D-549C-F99B-1A4150E378F0}" dt="2024-03-22T13:41:12.712" v="49" actId="14100"/>
          <ac:spMkLst>
            <pc:docMk/>
            <pc:sldMk cId="2345756869" sldId="658"/>
            <ac:spMk id="3" creationId="{AA5261AC-6DB9-4B52-6BF3-6371E87D13F5}"/>
          </ac:spMkLst>
        </pc:spChg>
        <pc:spChg chg="add del mod">
          <ac:chgData name="Ori Hagler" userId="S::orihagler@campus.technion.ac.il::9730bdac-5c56-4a2c-ab46-196164f06a27" providerId="AD" clId="Web-{90BC96EF-580D-549C-F99B-1A4150E378F0}" dt="2024-03-22T13:41:36.901" v="55" actId="20577"/>
          <ac:spMkLst>
            <pc:docMk/>
            <pc:sldMk cId="2345756869" sldId="658"/>
            <ac:spMk id="7" creationId="{89A205A9-A975-75F4-F80C-9B69AAD6C4A4}"/>
          </ac:spMkLst>
        </pc:spChg>
      </pc:sldChg>
      <pc:sldChg chg="addSp modSp addAnim">
        <pc:chgData name="Ori Hagler" userId="S::orihagler@campus.technion.ac.il::9730bdac-5c56-4a2c-ab46-196164f06a27" providerId="AD" clId="Web-{90BC96EF-580D-549C-F99B-1A4150E378F0}" dt="2024-03-22T13:42:28.839" v="70" actId="20577"/>
        <pc:sldMkLst>
          <pc:docMk/>
          <pc:sldMk cId="666104837" sldId="660"/>
        </pc:sldMkLst>
        <pc:spChg chg="add mod">
          <ac:chgData name="Ori Hagler" userId="S::orihagler@campus.technion.ac.il::9730bdac-5c56-4a2c-ab46-196164f06a27" providerId="AD" clId="Web-{90BC96EF-580D-549C-F99B-1A4150E378F0}" dt="2024-03-22T13:42:06.588" v="64" actId="20577"/>
          <ac:spMkLst>
            <pc:docMk/>
            <pc:sldMk cId="666104837" sldId="660"/>
            <ac:spMk id="3" creationId="{74D2855A-065B-EF18-15A3-27854C7A389F}"/>
          </ac:spMkLst>
        </pc:spChg>
        <pc:spChg chg="add mod">
          <ac:chgData name="Ori Hagler" userId="S::orihagler@campus.technion.ac.il::9730bdac-5c56-4a2c-ab46-196164f06a27" providerId="AD" clId="Web-{90BC96EF-580D-549C-F99B-1A4150E378F0}" dt="2024-03-22T13:42:28.839" v="70" actId="20577"/>
          <ac:spMkLst>
            <pc:docMk/>
            <pc:sldMk cId="666104837" sldId="660"/>
            <ac:spMk id="7" creationId="{03B486AB-A7C0-604D-B634-DF0120615524}"/>
          </ac:spMkLst>
        </pc:spChg>
      </pc:sldChg>
      <pc:sldChg chg="addSp delSp modSp new">
        <pc:chgData name="Ori Hagler" userId="S::orihagler@campus.technion.ac.il::9730bdac-5c56-4a2c-ab46-196164f06a27" providerId="AD" clId="Web-{90BC96EF-580D-549C-F99B-1A4150E378F0}" dt="2024-03-22T15:43:48.734" v="86" actId="14100"/>
        <pc:sldMkLst>
          <pc:docMk/>
          <pc:sldMk cId="108832065" sldId="661"/>
        </pc:sldMkLst>
        <pc:spChg chg="mod">
          <ac:chgData name="Ori Hagler" userId="S::orihagler@campus.technion.ac.il::9730bdac-5c56-4a2c-ab46-196164f06a27" providerId="AD" clId="Web-{90BC96EF-580D-549C-F99B-1A4150E378F0}" dt="2024-03-22T15:42:49.997" v="78" actId="20577"/>
          <ac:spMkLst>
            <pc:docMk/>
            <pc:sldMk cId="108832065" sldId="661"/>
            <ac:spMk id="2" creationId="{8580C1DE-3255-7F35-99A9-071FCC74073F}"/>
          </ac:spMkLst>
        </pc:spChg>
        <pc:spChg chg="del">
          <ac:chgData name="Ori Hagler" userId="S::orihagler@campus.technion.ac.il::9730bdac-5c56-4a2c-ab46-196164f06a27" providerId="AD" clId="Web-{90BC96EF-580D-549C-F99B-1A4150E378F0}" dt="2024-03-22T15:42:50.778" v="79"/>
          <ac:spMkLst>
            <pc:docMk/>
            <pc:sldMk cId="108832065" sldId="661"/>
            <ac:spMk id="3" creationId="{ECAA9796-2912-C0C6-6518-F159C47C9E20}"/>
          </ac:spMkLst>
        </pc:spChg>
        <pc:picChg chg="add mod modCrop">
          <ac:chgData name="Ori Hagler" userId="S::orihagler@campus.technion.ac.il::9730bdac-5c56-4a2c-ab46-196164f06a27" providerId="AD" clId="Web-{90BC96EF-580D-549C-F99B-1A4150E378F0}" dt="2024-03-22T15:43:48.734" v="86" actId="14100"/>
          <ac:picMkLst>
            <pc:docMk/>
            <pc:sldMk cId="108832065" sldId="661"/>
            <ac:picMk id="4" creationId="{1F58C883-6252-F9FE-8A44-6E6613343702}"/>
          </ac:picMkLst>
        </pc:picChg>
      </pc:sldChg>
      <pc:sldChg chg="addSp delSp modSp new addAnim">
        <pc:chgData name="Ori Hagler" userId="S::orihagler@campus.technion.ac.il::9730bdac-5c56-4a2c-ab46-196164f06a27" providerId="AD" clId="Web-{90BC96EF-580D-549C-F99B-1A4150E378F0}" dt="2024-03-22T15:44:59.158" v="94" actId="1076"/>
        <pc:sldMkLst>
          <pc:docMk/>
          <pc:sldMk cId="412878513" sldId="662"/>
        </pc:sldMkLst>
        <pc:spChg chg="del">
          <ac:chgData name="Ori Hagler" userId="S::orihagler@campus.technion.ac.il::9730bdac-5c56-4a2c-ab46-196164f06a27" providerId="AD" clId="Web-{90BC96EF-580D-549C-F99B-1A4150E378F0}" dt="2024-03-22T15:44:15.250" v="88"/>
          <ac:spMkLst>
            <pc:docMk/>
            <pc:sldMk cId="412878513" sldId="662"/>
            <ac:spMk id="2" creationId="{87D355DA-F53C-6DBE-D6D0-8682121AC6C8}"/>
          </ac:spMkLst>
        </pc:spChg>
        <pc:spChg chg="del">
          <ac:chgData name="Ori Hagler" userId="S::orihagler@campus.technion.ac.il::9730bdac-5c56-4a2c-ab46-196164f06a27" providerId="AD" clId="Web-{90BC96EF-580D-549C-F99B-1A4150E378F0}" dt="2024-03-22T15:44:17.032" v="89"/>
          <ac:spMkLst>
            <pc:docMk/>
            <pc:sldMk cId="412878513" sldId="662"/>
            <ac:spMk id="3" creationId="{B8E50FC0-5938-1042-4BD4-184897DE56D2}"/>
          </ac:spMkLst>
        </pc:spChg>
        <pc:spChg chg="add mod">
          <ac:chgData name="Ori Hagler" userId="S::orihagler@campus.technion.ac.il::9730bdac-5c56-4a2c-ab46-196164f06a27" providerId="AD" clId="Web-{90BC96EF-580D-549C-F99B-1A4150E378F0}" dt="2024-03-22T15:44:59.158" v="94" actId="1076"/>
          <ac:spMkLst>
            <pc:docMk/>
            <pc:sldMk cId="412878513" sldId="662"/>
            <ac:spMk id="6" creationId="{1B6A1317-D92F-F1C9-8E7A-6C60F1DB12A4}"/>
          </ac:spMkLst>
        </pc:spChg>
        <pc:picChg chg="add mod">
          <ac:chgData name="Ori Hagler" userId="S::orihagler@campus.technion.ac.il::9730bdac-5c56-4a2c-ab46-196164f06a27" providerId="AD" clId="Web-{90BC96EF-580D-549C-F99B-1A4150E378F0}" dt="2024-03-22T15:44:26.141" v="92" actId="1076"/>
          <ac:picMkLst>
            <pc:docMk/>
            <pc:sldMk cId="412878513" sldId="662"/>
            <ac:picMk id="4" creationId="{780CB2F8-E5DD-4F04-67FF-8779B60F2259}"/>
          </ac:picMkLst>
        </pc:picChg>
      </pc:sldChg>
    </pc:docChg>
  </pc:docChgLst>
  <pc:docChgLst>
    <pc:chgData name="Yoav Gold" userId="S::yoav.gold@campus.technion.ac.il::18c88925-48ee-474c-bf9a-792c317defda" providerId="AD" clId="Web-{356105B6-2348-AE3F-2135-9CEA72845359}"/>
    <pc:docChg chg="modSld">
      <pc:chgData name="Yoav Gold" userId="S::yoav.gold@campus.technion.ac.il::18c88925-48ee-474c-bf9a-792c317defda" providerId="AD" clId="Web-{356105B6-2348-AE3F-2135-9CEA72845359}" dt="2024-03-23T17:01:37.357" v="0"/>
      <pc:docMkLst>
        <pc:docMk/>
      </pc:docMkLst>
      <pc:sldChg chg="addAnim">
        <pc:chgData name="Yoav Gold" userId="S::yoav.gold@campus.technion.ac.il::18c88925-48ee-474c-bf9a-792c317defda" providerId="AD" clId="Web-{356105B6-2348-AE3F-2135-9CEA72845359}" dt="2024-03-23T17:01:37.357" v="0"/>
        <pc:sldMkLst>
          <pc:docMk/>
          <pc:sldMk cId="1799875262" sldId="667"/>
        </pc:sldMkLst>
      </pc:sldChg>
    </pc:docChg>
  </pc:docChgLst>
  <pc:docChgLst>
    <pc:chgData name="Yoav Gold" userId="S::yoav.gold@campus.technion.ac.il::18c88925-48ee-474c-bf9a-792c317defda" providerId="AD" clId="Web-{EA06AA47-334A-B92D-1A6E-2E7B74E3582D}"/>
    <pc:docChg chg="addSld modSld">
      <pc:chgData name="Yoav Gold" userId="S::yoav.gold@campus.technion.ac.il::18c88925-48ee-474c-bf9a-792c317defda" providerId="AD" clId="Web-{EA06AA47-334A-B92D-1A6E-2E7B74E3582D}" dt="2024-03-23T16:50:53.006" v="206" actId="1076"/>
      <pc:docMkLst>
        <pc:docMk/>
      </pc:docMkLst>
      <pc:sldChg chg="modSp">
        <pc:chgData name="Yoav Gold" userId="S::yoav.gold@campus.technion.ac.il::18c88925-48ee-474c-bf9a-792c317defda" providerId="AD" clId="Web-{EA06AA47-334A-B92D-1A6E-2E7B74E3582D}" dt="2024-03-23T16:27:10.768" v="5" actId="1076"/>
        <pc:sldMkLst>
          <pc:docMk/>
          <pc:sldMk cId="200565915" sldId="278"/>
        </pc:sldMkLst>
        <pc:spChg chg="mod">
          <ac:chgData name="Yoav Gold" userId="S::yoav.gold@campus.technion.ac.il::18c88925-48ee-474c-bf9a-792c317defda" providerId="AD" clId="Web-{EA06AA47-334A-B92D-1A6E-2E7B74E3582D}" dt="2024-03-23T16:27:10.768" v="5" actId="1076"/>
          <ac:spMkLst>
            <pc:docMk/>
            <pc:sldMk cId="200565915" sldId="278"/>
            <ac:spMk id="3" creationId="{2D8F7A0B-6A1E-B022-B5F1-61993DBB9E0D}"/>
          </ac:spMkLst>
        </pc:spChg>
      </pc:sldChg>
      <pc:sldChg chg="addSp delSp modSp new">
        <pc:chgData name="Yoav Gold" userId="S::yoav.gold@campus.technion.ac.il::18c88925-48ee-474c-bf9a-792c317defda" providerId="AD" clId="Web-{EA06AA47-334A-B92D-1A6E-2E7B74E3582D}" dt="2024-03-23T16:29:49.387" v="22" actId="14100"/>
        <pc:sldMkLst>
          <pc:docMk/>
          <pc:sldMk cId="588920683" sldId="663"/>
        </pc:sldMkLst>
        <pc:spChg chg="del">
          <ac:chgData name="Yoav Gold" userId="S::yoav.gold@campus.technion.ac.il::18c88925-48ee-474c-bf9a-792c317defda" providerId="AD" clId="Web-{EA06AA47-334A-B92D-1A6E-2E7B74E3582D}" dt="2024-03-23T16:28:53.162" v="6"/>
          <ac:spMkLst>
            <pc:docMk/>
            <pc:sldMk cId="588920683" sldId="663"/>
            <ac:spMk id="2" creationId="{653E6F46-E0A2-35F8-4811-B90C44B40F44}"/>
          </ac:spMkLst>
        </pc:spChg>
        <pc:spChg chg="del">
          <ac:chgData name="Yoav Gold" userId="S::yoav.gold@campus.technion.ac.il::18c88925-48ee-474c-bf9a-792c317defda" providerId="AD" clId="Web-{EA06AA47-334A-B92D-1A6E-2E7B74E3582D}" dt="2024-03-23T16:28:55.334" v="7"/>
          <ac:spMkLst>
            <pc:docMk/>
            <pc:sldMk cId="588920683" sldId="663"/>
            <ac:spMk id="3" creationId="{63C1F9F4-A1EE-17FB-A0C5-97E572B2F1D3}"/>
          </ac:spMkLst>
        </pc:spChg>
        <pc:spChg chg="add mod">
          <ac:chgData name="Yoav Gold" userId="S::yoav.gold@campus.technion.ac.il::18c88925-48ee-474c-bf9a-792c317defda" providerId="AD" clId="Web-{EA06AA47-334A-B92D-1A6E-2E7B74E3582D}" dt="2024-03-23T16:29:34.840" v="21" actId="20577"/>
          <ac:spMkLst>
            <pc:docMk/>
            <pc:sldMk cId="588920683" sldId="663"/>
            <ac:spMk id="6" creationId="{2CC63F10-DEB1-CA6F-3896-2FD08DF658A0}"/>
          </ac:spMkLst>
        </pc:spChg>
        <pc:picChg chg="add mod">
          <ac:chgData name="Yoav Gold" userId="S::yoav.gold@campus.technion.ac.il::18c88925-48ee-474c-bf9a-792c317defda" providerId="AD" clId="Web-{EA06AA47-334A-B92D-1A6E-2E7B74E3582D}" dt="2024-03-23T16:29:49.387" v="22" actId="14100"/>
          <ac:picMkLst>
            <pc:docMk/>
            <pc:sldMk cId="588920683" sldId="663"/>
            <ac:picMk id="4" creationId="{54B83AEC-FDE8-DC02-8235-702F2D2B1309}"/>
          </ac:picMkLst>
        </pc:picChg>
      </pc:sldChg>
      <pc:sldChg chg="addSp delSp modSp add replId">
        <pc:chgData name="Yoav Gold" userId="S::yoav.gold@campus.technion.ac.il::18c88925-48ee-474c-bf9a-792c317defda" providerId="AD" clId="Web-{EA06AA47-334A-B92D-1A6E-2E7B74E3582D}" dt="2024-03-23T16:42:17.157" v="157" actId="1076"/>
        <pc:sldMkLst>
          <pc:docMk/>
          <pc:sldMk cId="3853915769" sldId="664"/>
        </pc:sldMkLst>
        <pc:spChg chg="add mod">
          <ac:chgData name="Yoav Gold" userId="S::yoav.gold@campus.technion.ac.il::18c88925-48ee-474c-bf9a-792c317defda" providerId="AD" clId="Web-{EA06AA47-334A-B92D-1A6E-2E7B74E3582D}" dt="2024-03-23T16:32:38.581" v="42" actId="1076"/>
          <ac:spMkLst>
            <pc:docMk/>
            <pc:sldMk cId="3853915769" sldId="664"/>
            <ac:spMk id="3" creationId="{A0F7D520-701B-C304-17DB-9EC8AB4A2AC6}"/>
          </ac:spMkLst>
        </pc:spChg>
        <pc:spChg chg="mod">
          <ac:chgData name="Yoav Gold" userId="S::yoav.gold@campus.technion.ac.il::18c88925-48ee-474c-bf9a-792c317defda" providerId="AD" clId="Web-{EA06AA47-334A-B92D-1A6E-2E7B74E3582D}" dt="2024-03-23T16:32:17.533" v="34" actId="20577"/>
          <ac:spMkLst>
            <pc:docMk/>
            <pc:sldMk cId="3853915769" sldId="664"/>
            <ac:spMk id="6" creationId="{2CC63F10-DEB1-CA6F-3896-2FD08DF658A0}"/>
          </ac:spMkLst>
        </pc:spChg>
        <pc:spChg chg="add del">
          <ac:chgData name="Yoav Gold" userId="S::yoav.gold@campus.technion.ac.il::18c88925-48ee-474c-bf9a-792c317defda" providerId="AD" clId="Web-{EA06AA47-334A-B92D-1A6E-2E7B74E3582D}" dt="2024-03-23T16:33:44.494" v="44"/>
          <ac:spMkLst>
            <pc:docMk/>
            <pc:sldMk cId="3853915769" sldId="664"/>
            <ac:spMk id="7" creationId="{E8CC86DA-3C7F-8AB0-F18D-3EC0AAC4EA4A}"/>
          </ac:spMkLst>
        </pc:spChg>
        <pc:spChg chg="add mod">
          <ac:chgData name="Yoav Gold" userId="S::yoav.gold@campus.technion.ac.il::18c88925-48ee-474c-bf9a-792c317defda" providerId="AD" clId="Web-{EA06AA47-334A-B92D-1A6E-2E7B74E3582D}" dt="2024-03-23T16:42:17.157" v="157" actId="1076"/>
          <ac:spMkLst>
            <pc:docMk/>
            <pc:sldMk cId="3853915769" sldId="664"/>
            <ac:spMk id="9" creationId="{3D76E844-C080-4464-4FFF-33706C6E563C}"/>
          </ac:spMkLst>
        </pc:spChg>
        <pc:picChg chg="del">
          <ac:chgData name="Yoav Gold" userId="S::yoav.gold@campus.technion.ac.il::18c88925-48ee-474c-bf9a-792c317defda" providerId="AD" clId="Web-{EA06AA47-334A-B92D-1A6E-2E7B74E3582D}" dt="2024-03-23T16:31:51.595" v="24"/>
          <ac:picMkLst>
            <pc:docMk/>
            <pc:sldMk cId="3853915769" sldId="664"/>
            <ac:picMk id="4" creationId="{54B83AEC-FDE8-DC02-8235-702F2D2B1309}"/>
          </ac:picMkLst>
        </pc:picChg>
        <pc:picChg chg="add del mod">
          <ac:chgData name="Yoav Gold" userId="S::yoav.gold@campus.technion.ac.il::18c88925-48ee-474c-bf9a-792c317defda" providerId="AD" clId="Web-{EA06AA47-334A-B92D-1A6E-2E7B74E3582D}" dt="2024-03-23T16:41:11.405" v="140"/>
          <ac:picMkLst>
            <pc:docMk/>
            <pc:sldMk cId="3853915769" sldId="664"/>
            <ac:picMk id="8" creationId="{69D0E188-4479-B5F2-6694-64913B571011}"/>
          </ac:picMkLst>
        </pc:picChg>
      </pc:sldChg>
      <pc:sldChg chg="addSp delSp modSp add mod replId setBg">
        <pc:chgData name="Yoav Gold" userId="S::yoav.gold@campus.technion.ac.il::18c88925-48ee-474c-bf9a-792c317defda" providerId="AD" clId="Web-{EA06AA47-334A-B92D-1A6E-2E7B74E3582D}" dt="2024-03-23T16:48:39.454" v="191" actId="20577"/>
        <pc:sldMkLst>
          <pc:docMk/>
          <pc:sldMk cId="1381502584" sldId="665"/>
        </pc:sldMkLst>
        <pc:spChg chg="add del mod">
          <ac:chgData name="Yoav Gold" userId="S::yoav.gold@campus.technion.ac.il::18c88925-48ee-474c-bf9a-792c317defda" providerId="AD" clId="Web-{EA06AA47-334A-B92D-1A6E-2E7B74E3582D}" dt="2024-03-23T16:47:58.265" v="172"/>
          <ac:spMkLst>
            <pc:docMk/>
            <pc:sldMk cId="1381502584" sldId="665"/>
            <ac:spMk id="2" creationId="{6F8F7285-4925-87F4-668F-1ADE786321F4}"/>
          </ac:spMkLst>
        </pc:spChg>
        <pc:spChg chg="del mod">
          <ac:chgData name="Yoav Gold" userId="S::yoav.gold@campus.technion.ac.il::18c88925-48ee-474c-bf9a-792c317defda" providerId="AD" clId="Web-{EA06AA47-334A-B92D-1A6E-2E7B74E3582D}" dt="2024-03-23T16:48:17.438" v="176"/>
          <ac:spMkLst>
            <pc:docMk/>
            <pc:sldMk cId="1381502584" sldId="665"/>
            <ac:spMk id="3" creationId="{A0F7D520-701B-C304-17DB-9EC8AB4A2AC6}"/>
          </ac:spMkLst>
        </pc:spChg>
        <pc:spChg chg="add del mod">
          <ac:chgData name="Yoav Gold" userId="S::yoav.gold@campus.technion.ac.il::18c88925-48ee-474c-bf9a-792c317defda" providerId="AD" clId="Web-{EA06AA47-334A-B92D-1A6E-2E7B74E3582D}" dt="2024-03-23T16:48:14.844" v="175"/>
          <ac:spMkLst>
            <pc:docMk/>
            <pc:sldMk cId="1381502584" sldId="665"/>
            <ac:spMk id="5" creationId="{11FCE6FA-0DD1-8B99-B0BC-4E8F99684852}"/>
          </ac:spMkLst>
        </pc:spChg>
        <pc:spChg chg="mod">
          <ac:chgData name="Yoav Gold" userId="S::yoav.gold@campus.technion.ac.il::18c88925-48ee-474c-bf9a-792c317defda" providerId="AD" clId="Web-{EA06AA47-334A-B92D-1A6E-2E7B74E3582D}" dt="2024-03-23T16:48:39.454" v="191" actId="20577"/>
          <ac:spMkLst>
            <pc:docMk/>
            <pc:sldMk cId="1381502584" sldId="665"/>
            <ac:spMk id="6" creationId="{2CC63F10-DEB1-CA6F-3896-2FD08DF658A0}"/>
          </ac:spMkLst>
        </pc:spChg>
        <pc:spChg chg="add del mod">
          <ac:chgData name="Yoav Gold" userId="S::yoav.gold@campus.technion.ac.il::18c88925-48ee-474c-bf9a-792c317defda" providerId="AD" clId="Web-{EA06AA47-334A-B92D-1A6E-2E7B74E3582D}" dt="2024-03-23T16:48:03.359" v="173"/>
          <ac:spMkLst>
            <pc:docMk/>
            <pc:sldMk cId="1381502584" sldId="665"/>
            <ac:spMk id="7" creationId="{FC8A31A1-AA1B-6F60-4450-93DAE2767A28}"/>
          </ac:spMkLst>
        </pc:spChg>
        <pc:spChg chg="add del mod">
          <ac:chgData name="Yoav Gold" userId="S::yoav.gold@campus.technion.ac.il::18c88925-48ee-474c-bf9a-792c317defda" providerId="AD" clId="Web-{EA06AA47-334A-B92D-1A6E-2E7B74E3582D}" dt="2024-03-23T16:48:14.828" v="174"/>
          <ac:spMkLst>
            <pc:docMk/>
            <pc:sldMk cId="1381502584" sldId="665"/>
            <ac:spMk id="10" creationId="{E3755A9C-3D10-81D6-25FA-334065BD6064}"/>
          </ac:spMkLst>
        </pc:spChg>
        <pc:grpChg chg="add del">
          <ac:chgData name="Yoav Gold" userId="S::yoav.gold@campus.technion.ac.il::18c88925-48ee-474c-bf9a-792c317defda" providerId="AD" clId="Web-{EA06AA47-334A-B92D-1A6E-2E7B74E3582D}" dt="2024-03-23T16:48:26.907" v="180"/>
          <ac:grpSpMkLst>
            <pc:docMk/>
            <pc:sldMk cId="1381502584" sldId="665"/>
            <ac:grpSpMk id="16" creationId="{B4DE830A-B531-4A3B-96F6-0ECE88B08555}"/>
          </ac:grpSpMkLst>
        </pc:grpChg>
        <pc:picChg chg="add del mod">
          <ac:chgData name="Yoav Gold" userId="S::yoav.gold@campus.technion.ac.il::18c88925-48ee-474c-bf9a-792c317defda" providerId="AD" clId="Web-{EA06AA47-334A-B92D-1A6E-2E7B74E3582D}" dt="2024-03-23T16:47:55.890" v="171"/>
          <ac:picMkLst>
            <pc:docMk/>
            <pc:sldMk cId="1381502584" sldId="665"/>
            <ac:picMk id="4" creationId="{DDA0C5D4-F964-FED2-E428-13A02779C3D7}"/>
          </ac:picMkLst>
        </pc:picChg>
        <pc:picChg chg="del">
          <ac:chgData name="Yoav Gold" userId="S::yoav.gold@campus.technion.ac.il::18c88925-48ee-474c-bf9a-792c317defda" providerId="AD" clId="Web-{EA06AA47-334A-B92D-1A6E-2E7B74E3582D}" dt="2024-03-23T16:35:02.063" v="55"/>
          <ac:picMkLst>
            <pc:docMk/>
            <pc:sldMk cId="1381502584" sldId="665"/>
            <ac:picMk id="8" creationId="{69D0E188-4479-B5F2-6694-64913B571011}"/>
          </ac:picMkLst>
        </pc:picChg>
        <pc:picChg chg="add del mod">
          <ac:chgData name="Yoav Gold" userId="S::yoav.gold@campus.technion.ac.il::18c88925-48ee-474c-bf9a-792c317defda" providerId="AD" clId="Web-{EA06AA47-334A-B92D-1A6E-2E7B74E3582D}" dt="2024-03-23T16:41:07.811" v="139"/>
          <ac:picMkLst>
            <pc:docMk/>
            <pc:sldMk cId="1381502584" sldId="665"/>
            <ac:picMk id="9" creationId="{CA2E7776-5FB0-33E5-7EE8-DD60906A7798}"/>
          </ac:picMkLst>
        </pc:picChg>
        <pc:picChg chg="add mod">
          <ac:chgData name="Yoav Gold" userId="S::yoav.gold@campus.technion.ac.il::18c88925-48ee-474c-bf9a-792c317defda" providerId="AD" clId="Web-{EA06AA47-334A-B92D-1A6E-2E7B74E3582D}" dt="2024-03-23T16:48:26.907" v="180"/>
          <ac:picMkLst>
            <pc:docMk/>
            <pc:sldMk cId="1381502584" sldId="665"/>
            <ac:picMk id="11" creationId="{D141C013-2D84-A7F4-F70E-A19EAF574416}"/>
          </ac:picMkLst>
        </pc:picChg>
      </pc:sldChg>
      <pc:sldChg chg="addSp delSp modSp add replId addAnim delAnim">
        <pc:chgData name="Yoav Gold" userId="S::yoav.gold@campus.technion.ac.il::18c88925-48ee-474c-bf9a-792c317defda" providerId="AD" clId="Web-{EA06AA47-334A-B92D-1A6E-2E7B74E3582D}" dt="2024-03-23T16:50:53.006" v="206" actId="1076"/>
        <pc:sldMkLst>
          <pc:docMk/>
          <pc:sldMk cId="2858424299" sldId="666"/>
        </pc:sldMkLst>
        <pc:spChg chg="add del mod">
          <ac:chgData name="Yoav Gold" userId="S::yoav.gold@campus.technion.ac.il::18c88925-48ee-474c-bf9a-792c317defda" providerId="AD" clId="Web-{EA06AA47-334A-B92D-1A6E-2E7B74E3582D}" dt="2024-03-23T16:50:53.006" v="206" actId="1076"/>
          <ac:spMkLst>
            <pc:docMk/>
            <pc:sldMk cId="2858424299" sldId="666"/>
            <ac:spMk id="4" creationId="{D9ADC694-C360-3366-CBA9-DC25C114A6CD}"/>
          </ac:spMkLst>
        </pc:spChg>
        <pc:picChg chg="add mod">
          <ac:chgData name="Yoav Gold" userId="S::yoav.gold@campus.technion.ac.il::18c88925-48ee-474c-bf9a-792c317defda" providerId="AD" clId="Web-{EA06AA47-334A-B92D-1A6E-2E7B74E3582D}" dt="2024-03-23T16:50:36.755" v="205" actId="1076"/>
          <ac:picMkLst>
            <pc:docMk/>
            <pc:sldMk cId="2858424299" sldId="666"/>
            <ac:picMk id="2" creationId="{1A1AC518-5849-A0AA-BB49-464423E04210}"/>
          </ac:picMkLst>
        </pc:picChg>
        <pc:picChg chg="del">
          <ac:chgData name="Yoav Gold" userId="S::yoav.gold@campus.technion.ac.il::18c88925-48ee-474c-bf9a-792c317defda" providerId="AD" clId="Web-{EA06AA47-334A-B92D-1A6E-2E7B74E3582D}" dt="2024-03-23T16:49:13.440" v="193"/>
          <ac:picMkLst>
            <pc:docMk/>
            <pc:sldMk cId="2858424299" sldId="666"/>
            <ac:picMk id="11" creationId="{D141C013-2D84-A7F4-F70E-A19EAF574416}"/>
          </ac:picMkLst>
        </pc:picChg>
      </pc:sldChg>
    </pc:docChg>
  </pc:docChgLst>
  <pc:docChgLst>
    <pc:chgData name="Ori Hagler" userId="S::orihagler@campus.technion.ac.il::9730bdac-5c56-4a2c-ab46-196164f06a27" providerId="AD" clId="Web-{2FF157AC-8F8E-6B9C-A8C7-357EE4ECD83C}"/>
    <pc:docChg chg="addSld modSld">
      <pc:chgData name="Ori Hagler" userId="S::orihagler@campus.technion.ac.il::9730bdac-5c56-4a2c-ab46-196164f06a27" providerId="AD" clId="Web-{2FF157AC-8F8E-6B9C-A8C7-357EE4ECD83C}" dt="2024-03-22T13:37:57.829" v="212"/>
      <pc:docMkLst>
        <pc:docMk/>
      </pc:docMkLst>
      <pc:sldChg chg="addSp delSp modSp new addAnim">
        <pc:chgData name="Ori Hagler" userId="S::orihagler@campus.technion.ac.il::9730bdac-5c56-4a2c-ab46-196164f06a27" providerId="AD" clId="Web-{2FF157AC-8F8E-6B9C-A8C7-357EE4ECD83C}" dt="2024-03-22T13:13:42.609" v="23" actId="14100"/>
        <pc:sldMkLst>
          <pc:docMk/>
          <pc:sldMk cId="162043869" sldId="656"/>
        </pc:sldMkLst>
        <pc:spChg chg="del">
          <ac:chgData name="Ori Hagler" userId="S::orihagler@campus.technion.ac.il::9730bdac-5c56-4a2c-ab46-196164f06a27" providerId="AD" clId="Web-{2FF157AC-8F8E-6B9C-A8C7-357EE4ECD83C}" dt="2024-03-22T13:09:26.309" v="7"/>
          <ac:spMkLst>
            <pc:docMk/>
            <pc:sldMk cId="162043869" sldId="656"/>
            <ac:spMk id="2" creationId="{7202FF8E-C606-2301-5204-850D1B7A1F38}"/>
          </ac:spMkLst>
        </pc:spChg>
        <pc:spChg chg="del">
          <ac:chgData name="Ori Hagler" userId="S::orihagler@campus.technion.ac.il::9730bdac-5c56-4a2c-ab46-196164f06a27" providerId="AD" clId="Web-{2FF157AC-8F8E-6B9C-A8C7-357EE4ECD83C}" dt="2024-03-22T13:08:55.293" v="1"/>
          <ac:spMkLst>
            <pc:docMk/>
            <pc:sldMk cId="162043869" sldId="656"/>
            <ac:spMk id="3" creationId="{A60A0021-38F7-F705-56C9-BC2F10FA9B8B}"/>
          </ac:spMkLst>
        </pc:spChg>
        <pc:spChg chg="add del mod">
          <ac:chgData name="Ori Hagler" userId="S::orihagler@campus.technion.ac.il::9730bdac-5c56-4a2c-ab46-196164f06a27" providerId="AD" clId="Web-{2FF157AC-8F8E-6B9C-A8C7-357EE4ECD83C}" dt="2024-03-22T13:09:52.966" v="9"/>
          <ac:spMkLst>
            <pc:docMk/>
            <pc:sldMk cId="162043869" sldId="656"/>
            <ac:spMk id="6" creationId="{7415A8EE-E693-C992-AB46-19AE55CEFD58}"/>
          </ac:spMkLst>
        </pc:spChg>
        <pc:spChg chg="add mod">
          <ac:chgData name="Ori Hagler" userId="S::orihagler@campus.technion.ac.il::9730bdac-5c56-4a2c-ab46-196164f06a27" providerId="AD" clId="Web-{2FF157AC-8F8E-6B9C-A8C7-357EE4ECD83C}" dt="2024-03-22T13:12:39.546" v="22" actId="14100"/>
          <ac:spMkLst>
            <pc:docMk/>
            <pc:sldMk cId="162043869" sldId="656"/>
            <ac:spMk id="10" creationId="{F276B66A-2E0C-26CA-E7BF-0D9AA355D51B}"/>
          </ac:spMkLst>
        </pc:spChg>
        <pc:picChg chg="add del mod ord">
          <ac:chgData name="Ori Hagler" userId="S::orihagler@campus.technion.ac.il::9730bdac-5c56-4a2c-ab46-196164f06a27" providerId="AD" clId="Web-{2FF157AC-8F8E-6B9C-A8C7-357EE4ECD83C}" dt="2024-03-22T13:09:33.434" v="8"/>
          <ac:picMkLst>
            <pc:docMk/>
            <pc:sldMk cId="162043869" sldId="656"/>
            <ac:picMk id="4" creationId="{959BCDB4-E426-6352-E8EE-F4E99DC44DBB}"/>
          </ac:picMkLst>
        </pc:picChg>
        <pc:picChg chg="add mod ord">
          <ac:chgData name="Ori Hagler" userId="S::orihagler@campus.technion.ac.il::9730bdac-5c56-4a2c-ab46-196164f06a27" providerId="AD" clId="Web-{2FF157AC-8F8E-6B9C-A8C7-357EE4ECD83C}" dt="2024-03-22T13:13:42.609" v="23" actId="14100"/>
          <ac:picMkLst>
            <pc:docMk/>
            <pc:sldMk cId="162043869" sldId="656"/>
            <ac:picMk id="7" creationId="{AC893FED-964A-C573-5373-4235BDAB3250}"/>
          </ac:picMkLst>
        </pc:picChg>
        <pc:picChg chg="add mod">
          <ac:chgData name="Ori Hagler" userId="S::orihagler@campus.technion.ac.il::9730bdac-5c56-4a2c-ab46-196164f06a27" providerId="AD" clId="Web-{2FF157AC-8F8E-6B9C-A8C7-357EE4ECD83C}" dt="2024-03-22T13:10:40.279" v="15" actId="14100"/>
          <ac:picMkLst>
            <pc:docMk/>
            <pc:sldMk cId="162043869" sldId="656"/>
            <ac:picMk id="8" creationId="{83ED7C5C-A358-51CB-B9DA-6DDE52A2EBA3}"/>
          </ac:picMkLst>
        </pc:picChg>
      </pc:sldChg>
      <pc:sldChg chg="addSp delSp modSp new addAnim delAnim">
        <pc:chgData name="Ori Hagler" userId="S::orihagler@campus.technion.ac.il::9730bdac-5c56-4a2c-ab46-196164f06a27" providerId="AD" clId="Web-{2FF157AC-8F8E-6B9C-A8C7-357EE4ECD83C}" dt="2024-03-22T13:37:57.829" v="212"/>
        <pc:sldMkLst>
          <pc:docMk/>
          <pc:sldMk cId="2878666899" sldId="657"/>
        </pc:sldMkLst>
        <pc:spChg chg="mod">
          <ac:chgData name="Ori Hagler" userId="S::orihagler@campus.technion.ac.il::9730bdac-5c56-4a2c-ab46-196164f06a27" providerId="AD" clId="Web-{2FF157AC-8F8E-6B9C-A8C7-357EE4ECD83C}" dt="2024-03-22T13:29:14.260" v="122" actId="20577"/>
          <ac:spMkLst>
            <pc:docMk/>
            <pc:sldMk cId="2878666899" sldId="657"/>
            <ac:spMk id="2" creationId="{4FD729C3-FE64-1E99-D683-7AE4BC1F831B}"/>
          </ac:spMkLst>
        </pc:spChg>
        <pc:spChg chg="del">
          <ac:chgData name="Ori Hagler" userId="S::orihagler@campus.technion.ac.il::9730bdac-5c56-4a2c-ab46-196164f06a27" providerId="AD" clId="Web-{2FF157AC-8F8E-6B9C-A8C7-357EE4ECD83C}" dt="2024-03-22T13:22:14.521" v="47"/>
          <ac:spMkLst>
            <pc:docMk/>
            <pc:sldMk cId="2878666899" sldId="657"/>
            <ac:spMk id="3" creationId="{0E974559-D59F-9641-8C2A-E609889EAB8B}"/>
          </ac:spMkLst>
        </pc:spChg>
        <pc:spChg chg="add del mod">
          <ac:chgData name="Ori Hagler" userId="S::orihagler@campus.technion.ac.il::9730bdac-5c56-4a2c-ab46-196164f06a27" providerId="AD" clId="Web-{2FF157AC-8F8E-6B9C-A8C7-357EE4ECD83C}" dt="2024-03-22T13:35:13.030" v="172"/>
          <ac:spMkLst>
            <pc:docMk/>
            <pc:sldMk cId="2878666899" sldId="657"/>
            <ac:spMk id="5" creationId="{21DF4874-6681-32D8-682A-CAB88EC772E6}"/>
          </ac:spMkLst>
        </pc:spChg>
        <pc:spChg chg="add del mod">
          <ac:chgData name="Ori Hagler" userId="S::orihagler@campus.technion.ac.il::9730bdac-5c56-4a2c-ab46-196164f06a27" providerId="AD" clId="Web-{2FF157AC-8F8E-6B9C-A8C7-357EE4ECD83C}" dt="2024-03-22T13:36:45.687" v="176"/>
          <ac:spMkLst>
            <pc:docMk/>
            <pc:sldMk cId="2878666899" sldId="657"/>
            <ac:spMk id="7" creationId="{8753C80B-CCAC-86D6-8A46-8CB1CA6873BE}"/>
          </ac:spMkLst>
        </pc:spChg>
        <pc:spChg chg="add mod">
          <ac:chgData name="Ori Hagler" userId="S::orihagler@campus.technion.ac.il::9730bdac-5c56-4a2c-ab46-196164f06a27" providerId="AD" clId="Web-{2FF157AC-8F8E-6B9C-A8C7-357EE4ECD83C}" dt="2024-03-22T13:37:53.313" v="211" actId="1076"/>
          <ac:spMkLst>
            <pc:docMk/>
            <pc:sldMk cId="2878666899" sldId="657"/>
            <ac:spMk id="8" creationId="{6D8C9F7B-20C6-871D-E0A0-D812D5967314}"/>
          </ac:spMkLst>
        </pc:spChg>
        <pc:picChg chg="add mod">
          <ac:chgData name="Ori Hagler" userId="S::orihagler@campus.technion.ac.il::9730bdac-5c56-4a2c-ab46-196164f06a27" providerId="AD" clId="Web-{2FF157AC-8F8E-6B9C-A8C7-357EE4ECD83C}" dt="2024-03-22T13:22:21.068" v="50" actId="1076"/>
          <ac:picMkLst>
            <pc:docMk/>
            <pc:sldMk cId="2878666899" sldId="657"/>
            <ac:picMk id="4" creationId="{511F10AD-3A44-E376-8E96-F57A7E2C57A2}"/>
          </ac:picMkLst>
        </pc:picChg>
      </pc:sldChg>
      <pc:sldChg chg="addSp delSp modSp new mod setBg">
        <pc:chgData name="Ori Hagler" userId="S::orihagler@campus.technion.ac.il::9730bdac-5c56-4a2c-ab46-196164f06a27" providerId="AD" clId="Web-{2FF157AC-8F8E-6B9C-A8C7-357EE4ECD83C}" dt="2024-03-22T13:35:01.467" v="170"/>
        <pc:sldMkLst>
          <pc:docMk/>
          <pc:sldMk cId="2345756869" sldId="658"/>
        </pc:sldMkLst>
        <pc:spChg chg="del">
          <ac:chgData name="Ori Hagler" userId="S::orihagler@campus.technion.ac.il::9730bdac-5c56-4a2c-ab46-196164f06a27" providerId="AD" clId="Web-{2FF157AC-8F8E-6B9C-A8C7-357EE4ECD83C}" dt="2024-03-22T13:22:31.849" v="52"/>
          <ac:spMkLst>
            <pc:docMk/>
            <pc:sldMk cId="2345756869" sldId="658"/>
            <ac:spMk id="2" creationId="{4B6B3AAD-9650-E945-6BD8-CA5C1EF14E4B}"/>
          </ac:spMkLst>
        </pc:spChg>
        <pc:spChg chg="del mod">
          <ac:chgData name="Ori Hagler" userId="S::orihagler@campus.technion.ac.il::9730bdac-5c56-4a2c-ab46-196164f06a27" providerId="AD" clId="Web-{2FF157AC-8F8E-6B9C-A8C7-357EE4ECD83C}" dt="2024-03-22T13:22:36.724" v="54"/>
          <ac:spMkLst>
            <pc:docMk/>
            <pc:sldMk cId="2345756869" sldId="658"/>
            <ac:spMk id="3" creationId="{15DC0331-6CCD-5780-1C6A-109DA519618D}"/>
          </ac:spMkLst>
        </pc:spChg>
        <pc:spChg chg="add del mod">
          <ac:chgData name="Ori Hagler" userId="S::orihagler@campus.technion.ac.il::9730bdac-5c56-4a2c-ab46-196164f06a27" providerId="AD" clId="Web-{2FF157AC-8F8E-6B9C-A8C7-357EE4ECD83C}" dt="2024-03-22T13:34:54.280" v="167"/>
          <ac:spMkLst>
            <pc:docMk/>
            <pc:sldMk cId="2345756869" sldId="658"/>
            <ac:spMk id="6" creationId="{B4256351-79D3-8249-B380-B530A68C8D05}"/>
          </ac:spMkLst>
        </pc:spChg>
        <pc:spChg chg="add del mod">
          <ac:chgData name="Ori Hagler" userId="S::orihagler@campus.technion.ac.il::9730bdac-5c56-4a2c-ab46-196164f06a27" providerId="AD" clId="Web-{2FF157AC-8F8E-6B9C-A8C7-357EE4ECD83C}" dt="2024-03-22T13:34:58.702" v="169"/>
          <ac:spMkLst>
            <pc:docMk/>
            <pc:sldMk cId="2345756869" sldId="658"/>
            <ac:spMk id="7" creationId="{DDFE9AAE-9D7F-47A9-0D28-74B5A5A6E830}"/>
          </ac:spMkLst>
        </pc:spChg>
        <pc:spChg chg="add">
          <ac:chgData name="Ori Hagler" userId="S::orihagler@campus.technion.ac.il::9730bdac-5c56-4a2c-ab46-196164f06a27" providerId="AD" clId="Web-{2FF157AC-8F8E-6B9C-A8C7-357EE4ECD83C}" dt="2024-03-22T13:35:01.467" v="170"/>
          <ac:spMkLst>
            <pc:docMk/>
            <pc:sldMk cId="2345756869" sldId="658"/>
            <ac:spMk id="22" creationId="{03E8462A-FEBA-4848-81CC-3F8DA3E477BE}"/>
          </ac:spMkLst>
        </pc:spChg>
        <pc:spChg chg="add">
          <ac:chgData name="Ori Hagler" userId="S::orihagler@campus.technion.ac.il::9730bdac-5c56-4a2c-ab46-196164f06a27" providerId="AD" clId="Web-{2FF157AC-8F8E-6B9C-A8C7-357EE4ECD83C}" dt="2024-03-22T13:35:01.467" v="170"/>
          <ac:spMkLst>
            <pc:docMk/>
            <pc:sldMk cId="2345756869" sldId="658"/>
            <ac:spMk id="35" creationId="{7941F9B1-B01B-4A84-89D9-B169AEB4E456}"/>
          </ac:spMkLst>
        </pc:spChg>
        <pc:grpChg chg="add">
          <ac:chgData name="Ori Hagler" userId="S::orihagler@campus.technion.ac.il::9730bdac-5c56-4a2c-ab46-196164f06a27" providerId="AD" clId="Web-{2FF157AC-8F8E-6B9C-A8C7-357EE4ECD83C}" dt="2024-03-22T13:35:01.467" v="170"/>
          <ac:grpSpMkLst>
            <pc:docMk/>
            <pc:sldMk cId="2345756869" sldId="658"/>
            <ac:grpSpMk id="10" creationId="{609316A9-990D-4EC3-A671-70EE5C1493A4}"/>
          </ac:grpSpMkLst>
        </pc:grpChg>
        <pc:grpChg chg="add">
          <ac:chgData name="Ori Hagler" userId="S::orihagler@campus.technion.ac.il::9730bdac-5c56-4a2c-ab46-196164f06a27" providerId="AD" clId="Web-{2FF157AC-8F8E-6B9C-A8C7-357EE4ECD83C}" dt="2024-03-22T13:35:01.467" v="170"/>
          <ac:grpSpMkLst>
            <pc:docMk/>
            <pc:sldMk cId="2345756869" sldId="658"/>
            <ac:grpSpMk id="24" creationId="{2109F83F-40FE-4DB3-84CC-09FB3340D06D}"/>
          </ac:grpSpMkLst>
        </pc:grpChg>
        <pc:picChg chg="add mod">
          <ac:chgData name="Ori Hagler" userId="S::orihagler@campus.technion.ac.il::9730bdac-5c56-4a2c-ab46-196164f06a27" providerId="AD" clId="Web-{2FF157AC-8F8E-6B9C-A8C7-357EE4ECD83C}" dt="2024-03-22T13:35:01.467" v="170"/>
          <ac:picMkLst>
            <pc:docMk/>
            <pc:sldMk cId="2345756869" sldId="658"/>
            <ac:picMk id="4" creationId="{1CBC921C-1A0E-A8F1-37E4-81B76B3AF713}"/>
          </ac:picMkLst>
        </pc:picChg>
        <pc:picChg chg="add mod">
          <ac:chgData name="Ori Hagler" userId="S::orihagler@campus.technion.ac.il::9730bdac-5c56-4a2c-ab46-196164f06a27" providerId="AD" clId="Web-{2FF157AC-8F8E-6B9C-A8C7-357EE4ECD83C}" dt="2024-03-22T13:35:01.467" v="170"/>
          <ac:picMkLst>
            <pc:docMk/>
            <pc:sldMk cId="2345756869" sldId="658"/>
            <ac:picMk id="5" creationId="{D9E384C2-FC52-5633-ED47-A4FD1CF68DC4}"/>
          </ac:picMkLst>
        </pc:picChg>
      </pc:sldChg>
      <pc:sldChg chg="addSp delSp modSp new">
        <pc:chgData name="Ori Hagler" userId="S::orihagler@campus.technion.ac.il::9730bdac-5c56-4a2c-ab46-196164f06a27" providerId="AD" clId="Web-{2FF157AC-8F8E-6B9C-A8C7-357EE4ECD83C}" dt="2024-03-22T13:30:03.417" v="131" actId="14100"/>
        <pc:sldMkLst>
          <pc:docMk/>
          <pc:sldMk cId="2065379915" sldId="659"/>
        </pc:sldMkLst>
        <pc:spChg chg="mod">
          <ac:chgData name="Ori Hagler" userId="S::orihagler@campus.technion.ac.il::9730bdac-5c56-4a2c-ab46-196164f06a27" providerId="AD" clId="Web-{2FF157AC-8F8E-6B9C-A8C7-357EE4ECD83C}" dt="2024-03-22T13:30:00.058" v="130" actId="1076"/>
          <ac:spMkLst>
            <pc:docMk/>
            <pc:sldMk cId="2065379915" sldId="659"/>
            <ac:spMk id="2" creationId="{5D3370D2-82E2-6801-32BC-52CA3405CBB2}"/>
          </ac:spMkLst>
        </pc:spChg>
        <pc:spChg chg="del">
          <ac:chgData name="Ori Hagler" userId="S::orihagler@campus.technion.ac.il::9730bdac-5c56-4a2c-ab46-196164f06a27" providerId="AD" clId="Web-{2FF157AC-8F8E-6B9C-A8C7-357EE4ECD83C}" dt="2024-03-22T13:29:27.495" v="126"/>
          <ac:spMkLst>
            <pc:docMk/>
            <pc:sldMk cId="2065379915" sldId="659"/>
            <ac:spMk id="3" creationId="{3F97B5EE-DC6B-2C36-220D-324C107C8734}"/>
          </ac:spMkLst>
        </pc:spChg>
        <pc:picChg chg="add mod">
          <ac:chgData name="Ori Hagler" userId="S::orihagler@campus.technion.ac.il::9730bdac-5c56-4a2c-ab46-196164f06a27" providerId="AD" clId="Web-{2FF157AC-8F8E-6B9C-A8C7-357EE4ECD83C}" dt="2024-03-22T13:30:03.417" v="131" actId="14100"/>
          <ac:picMkLst>
            <pc:docMk/>
            <pc:sldMk cId="2065379915" sldId="659"/>
            <ac:picMk id="4" creationId="{3CE999FA-79CB-D310-62BB-F5B8EAB211E3}"/>
          </ac:picMkLst>
        </pc:picChg>
      </pc:sldChg>
      <pc:sldChg chg="addSp delSp modSp new mod setBg">
        <pc:chgData name="Ori Hagler" userId="S::orihagler@campus.technion.ac.il::9730bdac-5c56-4a2c-ab46-196164f06a27" providerId="AD" clId="Web-{2FF157AC-8F8E-6B9C-A8C7-357EE4ECD83C}" dt="2024-03-22T13:34:28.858" v="164"/>
        <pc:sldMkLst>
          <pc:docMk/>
          <pc:sldMk cId="666104837" sldId="660"/>
        </pc:sldMkLst>
        <pc:spChg chg="del">
          <ac:chgData name="Ori Hagler" userId="S::orihagler@campus.technion.ac.il::9730bdac-5c56-4a2c-ab46-196164f06a27" providerId="AD" clId="Web-{2FF157AC-8F8E-6B9C-A8C7-357EE4ECD83C}" dt="2024-03-22T13:30:16.620" v="133"/>
          <ac:spMkLst>
            <pc:docMk/>
            <pc:sldMk cId="666104837" sldId="660"/>
            <ac:spMk id="2" creationId="{F2FA9F7D-18A2-8152-AAA6-356ECA0FE2B0}"/>
          </ac:spMkLst>
        </pc:spChg>
        <pc:spChg chg="del">
          <ac:chgData name="Ori Hagler" userId="S::orihagler@campus.technion.ac.il::9730bdac-5c56-4a2c-ab46-196164f06a27" providerId="AD" clId="Web-{2FF157AC-8F8E-6B9C-A8C7-357EE4ECD83C}" dt="2024-03-22T13:30:18.589" v="134"/>
          <ac:spMkLst>
            <pc:docMk/>
            <pc:sldMk cId="666104837" sldId="660"/>
            <ac:spMk id="3" creationId="{A9A5F1D0-5CBD-12EF-E5B3-CC0C2165D87E}"/>
          </ac:spMkLst>
        </pc:spChg>
        <pc:spChg chg="add del mod">
          <ac:chgData name="Ori Hagler" userId="S::orihagler@campus.technion.ac.il::9730bdac-5c56-4a2c-ab46-196164f06a27" providerId="AD" clId="Web-{2FF157AC-8F8E-6B9C-A8C7-357EE4ECD83C}" dt="2024-03-22T13:34:09.295" v="163"/>
          <ac:spMkLst>
            <pc:docMk/>
            <pc:sldMk cId="666104837" sldId="660"/>
            <ac:spMk id="6" creationId="{1BD83115-8944-F5FE-2DBC-CACB062FCD28}"/>
          </ac:spMkLst>
        </pc:spChg>
        <pc:spChg chg="add del mod">
          <ac:chgData name="Ori Hagler" userId="S::orihagler@campus.technion.ac.il::9730bdac-5c56-4a2c-ab46-196164f06a27" providerId="AD" clId="Web-{2FF157AC-8F8E-6B9C-A8C7-357EE4ECD83C}" dt="2024-03-22T13:34:03.951" v="160"/>
          <ac:spMkLst>
            <pc:docMk/>
            <pc:sldMk cId="666104837" sldId="660"/>
            <ac:spMk id="7" creationId="{9419FB84-EA7B-DC5A-8C85-62D0C53D651F}"/>
          </ac:spMkLst>
        </pc:spChg>
        <pc:spChg chg="add">
          <ac:chgData name="Ori Hagler" userId="S::orihagler@campus.technion.ac.il::9730bdac-5c56-4a2c-ab46-196164f06a27" providerId="AD" clId="Web-{2FF157AC-8F8E-6B9C-A8C7-357EE4ECD83C}" dt="2024-03-22T13:34:28.858" v="164"/>
          <ac:spMkLst>
            <pc:docMk/>
            <pc:sldMk cId="666104837" sldId="660"/>
            <ac:spMk id="22" creationId="{03E8462A-FEBA-4848-81CC-3F8DA3E477BE}"/>
          </ac:spMkLst>
        </pc:spChg>
        <pc:spChg chg="add">
          <ac:chgData name="Ori Hagler" userId="S::orihagler@campus.technion.ac.il::9730bdac-5c56-4a2c-ab46-196164f06a27" providerId="AD" clId="Web-{2FF157AC-8F8E-6B9C-A8C7-357EE4ECD83C}" dt="2024-03-22T13:34:28.858" v="164"/>
          <ac:spMkLst>
            <pc:docMk/>
            <pc:sldMk cId="666104837" sldId="660"/>
            <ac:spMk id="35" creationId="{7941F9B1-B01B-4A84-89D9-B169AEB4E456}"/>
          </ac:spMkLst>
        </pc:spChg>
        <pc:grpChg chg="add">
          <ac:chgData name="Ori Hagler" userId="S::orihagler@campus.technion.ac.il::9730bdac-5c56-4a2c-ab46-196164f06a27" providerId="AD" clId="Web-{2FF157AC-8F8E-6B9C-A8C7-357EE4ECD83C}" dt="2024-03-22T13:34:28.858" v="164"/>
          <ac:grpSpMkLst>
            <pc:docMk/>
            <pc:sldMk cId="666104837" sldId="660"/>
            <ac:grpSpMk id="10" creationId="{609316A9-990D-4EC3-A671-70EE5C1493A4}"/>
          </ac:grpSpMkLst>
        </pc:grpChg>
        <pc:grpChg chg="add">
          <ac:chgData name="Ori Hagler" userId="S::orihagler@campus.technion.ac.il::9730bdac-5c56-4a2c-ab46-196164f06a27" providerId="AD" clId="Web-{2FF157AC-8F8E-6B9C-A8C7-357EE4ECD83C}" dt="2024-03-22T13:34:28.858" v="164"/>
          <ac:grpSpMkLst>
            <pc:docMk/>
            <pc:sldMk cId="666104837" sldId="660"/>
            <ac:grpSpMk id="24" creationId="{2109F83F-40FE-4DB3-84CC-09FB3340D06D}"/>
          </ac:grpSpMkLst>
        </pc:grpChg>
        <pc:picChg chg="add mod">
          <ac:chgData name="Ori Hagler" userId="S::orihagler@campus.technion.ac.il::9730bdac-5c56-4a2c-ab46-196164f06a27" providerId="AD" clId="Web-{2FF157AC-8F8E-6B9C-A8C7-357EE4ECD83C}" dt="2024-03-22T13:34:28.858" v="164"/>
          <ac:picMkLst>
            <pc:docMk/>
            <pc:sldMk cId="666104837" sldId="660"/>
            <ac:picMk id="4" creationId="{E40504B2-356D-D3E7-FD68-7C0B880EDFC4}"/>
          </ac:picMkLst>
        </pc:picChg>
        <pc:picChg chg="add mod">
          <ac:chgData name="Ori Hagler" userId="S::orihagler@campus.technion.ac.il::9730bdac-5c56-4a2c-ab46-196164f06a27" providerId="AD" clId="Web-{2FF157AC-8F8E-6B9C-A8C7-357EE4ECD83C}" dt="2024-03-22T13:34:28.858" v="164"/>
          <ac:picMkLst>
            <pc:docMk/>
            <pc:sldMk cId="666104837" sldId="660"/>
            <ac:picMk id="5" creationId="{8451243E-6E31-BF92-87CF-7E591A30B6D5}"/>
          </ac:picMkLst>
        </pc:picChg>
        <pc:picChg chg="add del mod">
          <ac:chgData name="Ori Hagler" userId="S::orihagler@campus.technion.ac.il::9730bdac-5c56-4a2c-ab46-196164f06a27" providerId="AD" clId="Web-{2FF157AC-8F8E-6B9C-A8C7-357EE4ECD83C}" dt="2024-03-22T13:33:43.842" v="158"/>
          <ac:picMkLst>
            <pc:docMk/>
            <pc:sldMk cId="666104837" sldId="660"/>
            <ac:picMk id="8" creationId="{CDB0275A-66B0-5DB8-C15D-C5C4D01B3C6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F4167E12-0F2F-4E4C-9FFE-1946F3913188}" type="datetimeFigureOut">
              <a:rPr lang="he-IL" smtClean="0"/>
              <a:t>ו'.אב.תשפ"ו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225477E1-9AC2-477C-AEFF-5604876121DF}" type="slidenum">
              <a:rPr lang="he-IL" smtClean="0"/>
              <a:t>‹#›</a:t>
            </a:fld>
            <a:endParaRPr lang="he-IL"/>
          </a:p>
        </p:txBody>
      </p:sp>
    </p:spTree>
    <p:extLst>
      <p:ext uri="{BB962C8B-B14F-4D97-AF65-F5344CB8AC3E}">
        <p14:creationId xmlns:p14="http://schemas.microsoft.com/office/powerpoint/2010/main" val="3755022040"/>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225477E1-9AC2-477C-AEFF-5604876121DF}" type="slidenum">
              <a:rPr lang="he-IL" smtClean="0"/>
              <a:t>11</a:t>
            </a:fld>
            <a:endParaRPr lang="he-IL"/>
          </a:p>
        </p:txBody>
      </p:sp>
    </p:spTree>
    <p:extLst>
      <p:ext uri="{BB962C8B-B14F-4D97-AF65-F5344CB8AC3E}">
        <p14:creationId xmlns:p14="http://schemas.microsoft.com/office/powerpoint/2010/main" val="3384075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אחרי השאלה - הפסקה</a:t>
            </a:r>
          </a:p>
        </p:txBody>
      </p:sp>
      <p:sp>
        <p:nvSpPr>
          <p:cNvPr id="4" name="מציין מיקום של מספר שקופית 3"/>
          <p:cNvSpPr>
            <a:spLocks noGrp="1"/>
          </p:cNvSpPr>
          <p:nvPr>
            <p:ph type="sldNum" sz="quarter" idx="5"/>
          </p:nvPr>
        </p:nvSpPr>
        <p:spPr/>
        <p:txBody>
          <a:bodyPr/>
          <a:lstStyle/>
          <a:p>
            <a:fld id="{225477E1-9AC2-477C-AEFF-5604876121DF}" type="slidenum">
              <a:rPr lang="he-IL" smtClean="0"/>
              <a:t>15</a:t>
            </a:fld>
            <a:endParaRPr lang="he-IL"/>
          </a:p>
        </p:txBody>
      </p:sp>
    </p:spTree>
    <p:extLst>
      <p:ext uri="{BB962C8B-B14F-4D97-AF65-F5344CB8AC3E}">
        <p14:creationId xmlns:p14="http://schemas.microsoft.com/office/powerpoint/2010/main" val="864829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חשיבה עצמית</a:t>
            </a:r>
          </a:p>
        </p:txBody>
      </p:sp>
      <p:sp>
        <p:nvSpPr>
          <p:cNvPr id="4" name="מציין מיקום של מספר שקופית 3"/>
          <p:cNvSpPr>
            <a:spLocks noGrp="1"/>
          </p:cNvSpPr>
          <p:nvPr>
            <p:ph type="sldNum" sz="quarter" idx="5"/>
          </p:nvPr>
        </p:nvSpPr>
        <p:spPr/>
        <p:txBody>
          <a:bodyPr/>
          <a:lstStyle/>
          <a:p>
            <a:fld id="{225477E1-9AC2-477C-AEFF-5604876121DF}" type="slidenum">
              <a:rPr lang="he-IL" smtClean="0"/>
              <a:t>17</a:t>
            </a:fld>
            <a:endParaRPr lang="he-IL"/>
          </a:p>
        </p:txBody>
      </p:sp>
    </p:spTree>
    <p:extLst>
      <p:ext uri="{BB962C8B-B14F-4D97-AF65-F5344CB8AC3E}">
        <p14:creationId xmlns:p14="http://schemas.microsoft.com/office/powerpoint/2010/main" val="3507700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en-US" dirty="0"/>
              <a:t>a0=0x2000</a:t>
            </a:r>
          </a:p>
          <a:p>
            <a:pPr marL="0" algn="r" defTabSz="914400" rtl="1" eaLnBrk="1" latinLnBrk="0" hangingPunct="1"/>
            <a:r>
              <a:rPr lang="en-US" dirty="0"/>
              <a:t>13 </a:t>
            </a:r>
            <a:r>
              <a:rPr lang="he-IL" dirty="0"/>
              <a:t>פעמים </a:t>
            </a:r>
            <a:r>
              <a:rPr lang="en-US" dirty="0"/>
              <a:t>mis predicted </a:t>
            </a:r>
            <a:r>
              <a:rPr lang="en-US" dirty="0" err="1"/>
              <a:t>bne</a:t>
            </a:r>
            <a:endParaRPr lang="en-IL" dirty="0"/>
          </a:p>
        </p:txBody>
      </p:sp>
      <p:sp>
        <p:nvSpPr>
          <p:cNvPr id="4" name="Slide Number Placeholder 3"/>
          <p:cNvSpPr>
            <a:spLocks noGrp="1"/>
          </p:cNvSpPr>
          <p:nvPr>
            <p:ph type="sldNum" sz="quarter" idx="5"/>
          </p:nvPr>
        </p:nvSpPr>
        <p:spPr/>
        <p:txBody>
          <a:bodyPr/>
          <a:lstStyle/>
          <a:p>
            <a:fld id="{225477E1-9AC2-477C-AEFF-5604876121DF}" type="slidenum">
              <a:rPr lang="he-IL" smtClean="0"/>
              <a:t>22</a:t>
            </a:fld>
            <a:endParaRPr lang="he-IL"/>
          </a:p>
        </p:txBody>
      </p:sp>
    </p:spTree>
    <p:extLst>
      <p:ext uri="{BB962C8B-B14F-4D97-AF65-F5344CB8AC3E}">
        <p14:creationId xmlns:p14="http://schemas.microsoft.com/office/powerpoint/2010/main" val="3397060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להעביר את ה</a:t>
            </a:r>
            <a:r>
              <a:rPr lang="en-US" dirty="0" err="1"/>
              <a:t>lw</a:t>
            </a:r>
            <a:r>
              <a:rPr lang="he-IL" dirty="0"/>
              <a:t> משורה 5 לשורה 3</a:t>
            </a:r>
            <a:endParaRPr lang="en-IL" dirty="0"/>
          </a:p>
        </p:txBody>
      </p:sp>
      <p:sp>
        <p:nvSpPr>
          <p:cNvPr id="4" name="Slide Number Placeholder 3"/>
          <p:cNvSpPr>
            <a:spLocks noGrp="1"/>
          </p:cNvSpPr>
          <p:nvPr>
            <p:ph type="sldNum" sz="quarter" idx="5"/>
          </p:nvPr>
        </p:nvSpPr>
        <p:spPr/>
        <p:txBody>
          <a:bodyPr/>
          <a:lstStyle/>
          <a:p>
            <a:fld id="{225477E1-9AC2-477C-AEFF-5604876121DF}" type="slidenum">
              <a:rPr lang="he-IL" smtClean="0"/>
              <a:t>26</a:t>
            </a:fld>
            <a:endParaRPr lang="he-IL"/>
          </a:p>
        </p:txBody>
      </p:sp>
    </p:spTree>
    <p:extLst>
      <p:ext uri="{BB962C8B-B14F-4D97-AF65-F5344CB8AC3E}">
        <p14:creationId xmlns:p14="http://schemas.microsoft.com/office/powerpoint/2010/main" val="2614949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2908852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911090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2714954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7AA0FA7-6F6E-44B4-94E9-974A79F693E6}"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2121965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AA0FA7-6F6E-44B4-94E9-974A79F693E6}" type="datetimeFigureOut">
              <a:rPr lang="en-US" smtClean="0"/>
              <a:t>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1152456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67AA0FA7-6F6E-44B4-94E9-974A79F693E6}" type="datetimeFigureOut">
              <a:rPr lang="en-US" smtClean="0"/>
              <a:t>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186459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AA0FA7-6F6E-44B4-94E9-974A79F693E6}" type="datetimeFigureOut">
              <a:rPr lang="en-US" smtClean="0"/>
              <a:t>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1009350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AA0FA7-6F6E-44B4-94E9-974A79F693E6}"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2312037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AA0FA7-6F6E-44B4-94E9-974A79F693E6}"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2625311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2265621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3777751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780112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82571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1860757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1165219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AA0FA7-6F6E-44B4-94E9-974A79F693E6}"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BF12D-92EC-4F3D-B000-19F6781CF45B}" type="slidenum">
              <a:rPr lang="en-US" smtClean="0"/>
              <a:t>‹#›</a:t>
            </a:fld>
            <a:endParaRPr lang="en-US"/>
          </a:p>
        </p:txBody>
      </p:sp>
    </p:spTree>
    <p:extLst>
      <p:ext uri="{BB962C8B-B14F-4D97-AF65-F5344CB8AC3E}">
        <p14:creationId xmlns:p14="http://schemas.microsoft.com/office/powerpoint/2010/main" val="472096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7AA0FA7-6F6E-44B4-94E9-974A79F693E6}" type="datetimeFigureOut">
              <a:rPr lang="en-US" smtClean="0"/>
              <a:t>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1FBF12D-92EC-4F3D-B000-19F6781CF45B}" type="slidenum">
              <a:rPr lang="en-US" smtClean="0"/>
              <a:t>‹#›</a:t>
            </a:fld>
            <a:endParaRPr lang="en-US"/>
          </a:p>
        </p:txBody>
      </p:sp>
    </p:spTree>
    <p:extLst>
      <p:ext uri="{BB962C8B-B14F-4D97-AF65-F5344CB8AC3E}">
        <p14:creationId xmlns:p14="http://schemas.microsoft.com/office/powerpoint/2010/main" val="157338639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68479-BE6B-83F5-4FD6-6F881C726939}"/>
              </a:ext>
            </a:extLst>
          </p:cNvPr>
          <p:cNvSpPr>
            <a:spLocks noGrp="1"/>
          </p:cNvSpPr>
          <p:nvPr>
            <p:ph type="ctrTitle"/>
          </p:nvPr>
        </p:nvSpPr>
        <p:spPr>
          <a:xfrm>
            <a:off x="621506" y="1843088"/>
            <a:ext cx="9129713" cy="2207748"/>
          </a:xfrm>
        </p:spPr>
        <p:txBody>
          <a:bodyPr/>
          <a:lstStyle/>
          <a:p>
            <a:pPr algn="ctr" rtl="1"/>
            <a:r>
              <a:rPr lang="he-IL" dirty="0">
                <a:latin typeface="Narkisim" panose="020E0502050101010101" pitchFamily="34" charset="-79"/>
                <a:cs typeface="Narkisim" panose="020E0502050101010101" pitchFamily="34" charset="-79"/>
              </a:rPr>
              <a:t>מערכות ספרתיות ומבנה המחשב</a:t>
            </a:r>
            <a:br>
              <a:rPr lang="he-IL" dirty="0">
                <a:latin typeface="Narkisim" panose="020E0502050101010101" pitchFamily="34" charset="-79"/>
                <a:cs typeface="Narkisim" panose="020E0502050101010101" pitchFamily="34" charset="-79"/>
              </a:rPr>
            </a:br>
            <a:r>
              <a:rPr lang="he-IL" dirty="0">
                <a:latin typeface="Narkisim" panose="020E0502050101010101" pitchFamily="34" charset="-79"/>
                <a:cs typeface="Narkisim" panose="020E0502050101010101" pitchFamily="34" charset="-79"/>
              </a:rPr>
              <a:t>044252</a:t>
            </a:r>
            <a:endParaRPr lang="en-US" dirty="0">
              <a:latin typeface="Narkisim" panose="020E0502050101010101" pitchFamily="34" charset="-79"/>
              <a:cs typeface="Narkisim" panose="020E0502050101010101" pitchFamily="34" charset="-79"/>
            </a:endParaRPr>
          </a:p>
        </p:txBody>
      </p:sp>
      <p:sp>
        <p:nvSpPr>
          <p:cNvPr id="3" name="Subtitle 2">
            <a:extLst>
              <a:ext uri="{FF2B5EF4-FFF2-40B4-BE49-F238E27FC236}">
                <a16:creationId xmlns:a16="http://schemas.microsoft.com/office/drawing/2014/main" id="{4575DE21-3CAB-E7DE-E1EC-6B1AA03EFE4E}"/>
              </a:ext>
            </a:extLst>
          </p:cNvPr>
          <p:cNvSpPr>
            <a:spLocks noGrp="1"/>
          </p:cNvSpPr>
          <p:nvPr>
            <p:ph type="subTitle" idx="1"/>
          </p:nvPr>
        </p:nvSpPr>
        <p:spPr/>
        <p:txBody>
          <a:bodyPr>
            <a:normAutofit/>
          </a:bodyPr>
          <a:lstStyle/>
          <a:p>
            <a:pPr rtl="1"/>
            <a:r>
              <a:rPr lang="he-IL" sz="2800" dirty="0">
                <a:latin typeface="Narkisim" panose="020E0502050101010101" pitchFamily="34" charset="-79"/>
                <a:cs typeface="Narkisim" panose="020E0502050101010101" pitchFamily="34" charset="-79"/>
              </a:rPr>
              <a:t>סדנה 8 הכנה למבחן</a:t>
            </a:r>
            <a:endParaRPr lang="en-US" sz="2800" dirty="0">
              <a:latin typeface="Narkisim" panose="020E0502050101010101" pitchFamily="34" charset="-79"/>
              <a:cs typeface="Narkisim" panose="020E0502050101010101" pitchFamily="34" charset="-79"/>
            </a:endParaRPr>
          </a:p>
        </p:txBody>
      </p:sp>
    </p:spTree>
    <p:extLst>
      <p:ext uri="{BB962C8B-B14F-4D97-AF65-F5344CB8AC3E}">
        <p14:creationId xmlns:p14="http://schemas.microsoft.com/office/powerpoint/2010/main" val="3227674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4731A5E-8E47-7DAB-5E2D-72E2987F0761}"/>
              </a:ext>
            </a:extLst>
          </p:cNvPr>
          <p:cNvSpPr txBox="1">
            <a:spLocks/>
          </p:cNvSpPr>
          <p:nvPr/>
        </p:nvSpPr>
        <p:spPr>
          <a:xfrm>
            <a:off x="1531143" y="2325126"/>
            <a:ext cx="9129713" cy="220774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rtl="1"/>
            <a:r>
              <a:rPr lang="he-IL" sz="5400" dirty="0">
                <a:latin typeface="Narkisim" panose="020E0502050101010101" pitchFamily="34" charset="-79"/>
                <a:cs typeface="Narkisim" panose="020E0502050101010101" pitchFamily="34" charset="-79"/>
              </a:rPr>
              <a:t>מועד א' חורף 2026</a:t>
            </a:r>
            <a:endParaRPr lang="en-US" sz="5400" dirty="0">
              <a:latin typeface="Narkisim" panose="020E0502050101010101" pitchFamily="34" charset="-79"/>
              <a:cs typeface="Narkisim" panose="020E0502050101010101" pitchFamily="34" charset="-79"/>
            </a:endParaRPr>
          </a:p>
        </p:txBody>
      </p:sp>
    </p:spTree>
    <p:extLst>
      <p:ext uri="{BB962C8B-B14F-4D97-AF65-F5344CB8AC3E}">
        <p14:creationId xmlns:p14="http://schemas.microsoft.com/office/powerpoint/2010/main" val="3464676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F2454C-CF67-6DFF-8D25-6DD3606AA2A7}"/>
              </a:ext>
            </a:extLst>
          </p:cNvPr>
          <p:cNvPicPr>
            <a:picLocks noChangeAspect="1"/>
          </p:cNvPicPr>
          <p:nvPr/>
        </p:nvPicPr>
        <p:blipFill>
          <a:blip r:embed="rId2"/>
          <a:stretch>
            <a:fillRect/>
          </a:stretch>
        </p:blipFill>
        <p:spPr>
          <a:xfrm>
            <a:off x="2819517" y="0"/>
            <a:ext cx="6552966" cy="6858000"/>
          </a:xfrm>
          <a:prstGeom prst="rect">
            <a:avLst/>
          </a:prstGeom>
        </p:spPr>
      </p:pic>
      <p:sp>
        <p:nvSpPr>
          <p:cNvPr id="5" name="אליפסה 7">
            <a:extLst>
              <a:ext uri="{FF2B5EF4-FFF2-40B4-BE49-F238E27FC236}">
                <a16:creationId xmlns:a16="http://schemas.microsoft.com/office/drawing/2014/main" id="{BBFDDF28-F35C-9138-2AFA-06291E921894}"/>
              </a:ext>
            </a:extLst>
          </p:cNvPr>
          <p:cNvSpPr/>
          <p:nvPr/>
        </p:nvSpPr>
        <p:spPr>
          <a:xfrm>
            <a:off x="8868699" y="5773314"/>
            <a:ext cx="211001" cy="24141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714035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ציין מיקום תוכן 2">
            <a:extLst>
              <a:ext uri="{FF2B5EF4-FFF2-40B4-BE49-F238E27FC236}">
                <a16:creationId xmlns:a16="http://schemas.microsoft.com/office/drawing/2014/main" id="{97A5E339-C0AB-33B6-1D9E-35742BF75DED}"/>
              </a:ext>
            </a:extLst>
          </p:cNvPr>
          <p:cNvSpPr>
            <a:spLocks noGrp="1"/>
          </p:cNvSpPr>
          <p:nvPr>
            <p:ph idx="1"/>
          </p:nvPr>
        </p:nvSpPr>
        <p:spPr>
          <a:xfrm>
            <a:off x="767117" y="420247"/>
            <a:ext cx="8596668" cy="5497511"/>
          </a:xfrm>
        </p:spPr>
        <p:txBody>
          <a:bodyPr>
            <a:normAutofit/>
          </a:bodyPr>
          <a:lstStyle/>
          <a:p>
            <a:pPr marL="0" indent="0" algn="r" defTabSz="457200" rtl="1" eaLnBrk="1" latinLnBrk="0" hangingPunct="1">
              <a:spcBef>
                <a:spcPts val="1000"/>
              </a:spcBef>
              <a:spcAft>
                <a:spcPts val="0"/>
              </a:spcAft>
              <a:buClr>
                <a:schemeClr val="accent1"/>
              </a:buClr>
              <a:buSzPct val="80000"/>
              <a:buFont typeface="Wingdings 3" charset="2"/>
              <a:buNone/>
            </a:pPr>
            <a:r>
              <a:rPr lang="he-IL" sz="1600" dirty="0"/>
              <a:t>שאלה זו מבוססת סדנה 4.</a:t>
            </a:r>
          </a:p>
          <a:p>
            <a:pPr marL="0" indent="0" algn="r" defTabSz="457200" rtl="1" eaLnBrk="1" latinLnBrk="0" hangingPunct="1">
              <a:spcBef>
                <a:spcPts val="1000"/>
              </a:spcBef>
              <a:spcAft>
                <a:spcPts val="0"/>
              </a:spcAft>
              <a:buClr>
                <a:schemeClr val="accent1"/>
              </a:buClr>
              <a:buSzPct val="80000"/>
              <a:buFont typeface="Wingdings 3" charset="2"/>
              <a:buNone/>
            </a:pPr>
            <a:r>
              <a:rPr lang="he-IL" sz="1600" dirty="0"/>
              <a:t>ב</a:t>
            </a:r>
            <a:r>
              <a:rPr lang="en-US" sz="1600" dirty="0" err="1"/>
              <a:t>always_bomb</a:t>
            </a:r>
            <a:r>
              <a:rPr lang="he-IL" sz="1600" dirty="0"/>
              <a:t> הראשון ישנם מקרים ללא כיסוי עבור הסיגנל </a:t>
            </a:r>
            <a:r>
              <a:rPr lang="en-US" sz="1600" dirty="0"/>
              <a:t>a</a:t>
            </a:r>
            <a:r>
              <a:rPr lang="he-IL" sz="1600" dirty="0"/>
              <a:t> ואין ערך </a:t>
            </a:r>
            <a:r>
              <a:rPr lang="he-IL" sz="1600" dirty="0" err="1"/>
              <a:t>דיפולטי</a:t>
            </a:r>
            <a:r>
              <a:rPr lang="he-IL" sz="1600" dirty="0"/>
              <a:t> ל</a:t>
            </a:r>
            <a:r>
              <a:rPr lang="en-US" sz="1600" dirty="0"/>
              <a:t>output z1</a:t>
            </a:r>
            <a:r>
              <a:rPr lang="he-IL" sz="1600" dirty="0"/>
              <a:t>.</a:t>
            </a:r>
          </a:p>
          <a:p>
            <a:pPr marL="0" indent="0" algn="r" defTabSz="457200" rtl="1" eaLnBrk="1" latinLnBrk="0" hangingPunct="1">
              <a:spcBef>
                <a:spcPts val="1000"/>
              </a:spcBef>
              <a:spcAft>
                <a:spcPts val="0"/>
              </a:spcAft>
              <a:buClr>
                <a:schemeClr val="accent1"/>
              </a:buClr>
              <a:buSzPct val="80000"/>
              <a:buFont typeface="Wingdings 3" charset="2"/>
              <a:buNone/>
            </a:pPr>
            <a:r>
              <a:rPr lang="he-IL" sz="1600" dirty="0"/>
              <a:t>מאחר והסיגנל </a:t>
            </a:r>
            <a:r>
              <a:rPr lang="en-US" sz="1600" dirty="0"/>
              <a:t>z1</a:t>
            </a:r>
            <a:r>
              <a:rPr lang="he-IL" sz="1600" dirty="0"/>
              <a:t> הוא 2 ביט </a:t>
            </a:r>
            <a:r>
              <a:rPr lang="he-IL" sz="1600" dirty="0" err="1"/>
              <a:t>יווצרו</a:t>
            </a:r>
            <a:r>
              <a:rPr lang="he-IL" sz="1600" dirty="0"/>
              <a:t> 2 רכיבי </a:t>
            </a:r>
            <a:r>
              <a:rPr lang="en-US" sz="1600" dirty="0"/>
              <a:t>latch</a:t>
            </a:r>
            <a:r>
              <a:rPr lang="he-IL" sz="1600" dirty="0"/>
              <a:t> אשר כל אחד מהם שומר ביט יחיד, על מנת לשמר את הערך הקודם של </a:t>
            </a:r>
            <a:r>
              <a:rPr lang="en-US" sz="1600" dirty="0"/>
              <a:t>z1</a:t>
            </a:r>
            <a:r>
              <a:rPr lang="he-IL" sz="1600" dirty="0"/>
              <a:t>.</a:t>
            </a:r>
          </a:p>
          <a:p>
            <a:pPr marL="0" indent="0" algn="r" defTabSz="457200" rtl="1" eaLnBrk="1" latinLnBrk="0" hangingPunct="1">
              <a:spcBef>
                <a:spcPts val="1000"/>
              </a:spcBef>
              <a:spcAft>
                <a:spcPts val="0"/>
              </a:spcAft>
              <a:buClr>
                <a:schemeClr val="accent1"/>
              </a:buClr>
              <a:buSzPct val="80000"/>
              <a:buFont typeface="Wingdings 3" charset="2"/>
              <a:buNone/>
            </a:pPr>
            <a:r>
              <a:rPr lang="he-IL" sz="1600" dirty="0"/>
              <a:t> </a:t>
            </a:r>
          </a:p>
        </p:txBody>
      </p:sp>
    </p:spTree>
    <p:extLst>
      <p:ext uri="{BB962C8B-B14F-4D97-AF65-F5344CB8AC3E}">
        <p14:creationId xmlns:p14="http://schemas.microsoft.com/office/powerpoint/2010/main" val="607058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9E0F11-56A7-1931-F63E-062E3F7037CC}"/>
              </a:ext>
            </a:extLst>
          </p:cNvPr>
          <p:cNvPicPr>
            <a:picLocks noChangeAspect="1"/>
          </p:cNvPicPr>
          <p:nvPr/>
        </p:nvPicPr>
        <p:blipFill>
          <a:blip r:embed="rId2"/>
          <a:stretch>
            <a:fillRect/>
          </a:stretch>
        </p:blipFill>
        <p:spPr>
          <a:xfrm>
            <a:off x="2845393" y="361644"/>
            <a:ext cx="6642100" cy="5473700"/>
          </a:xfrm>
          <a:prstGeom prst="rect">
            <a:avLst/>
          </a:prstGeom>
        </p:spPr>
      </p:pic>
      <p:sp>
        <p:nvSpPr>
          <p:cNvPr id="6" name="אליפסה 5">
            <a:extLst>
              <a:ext uri="{FF2B5EF4-FFF2-40B4-BE49-F238E27FC236}">
                <a16:creationId xmlns:a16="http://schemas.microsoft.com/office/drawing/2014/main" id="{596774C9-36CD-37AB-B85A-C21F7CE1FBB2}"/>
              </a:ext>
            </a:extLst>
          </p:cNvPr>
          <p:cNvSpPr/>
          <p:nvPr/>
        </p:nvSpPr>
        <p:spPr>
          <a:xfrm>
            <a:off x="8842166" y="5051434"/>
            <a:ext cx="211001" cy="24141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457200" rtl="1" eaLnBrk="1" latinLnBrk="0" hangingPunct="1"/>
            <a:endParaRPr lang="he-IL"/>
          </a:p>
        </p:txBody>
      </p:sp>
    </p:spTree>
    <p:extLst>
      <p:ext uri="{BB962C8B-B14F-4D97-AF65-F5344CB8AC3E}">
        <p14:creationId xmlns:p14="http://schemas.microsoft.com/office/powerpoint/2010/main" val="175229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A8720B47-2054-84F9-745E-2023F7C4B9D9}"/>
              </a:ext>
            </a:extLst>
          </p:cNvPr>
          <p:cNvSpPr>
            <a:spLocks noGrp="1"/>
          </p:cNvSpPr>
          <p:nvPr>
            <p:ph idx="1"/>
          </p:nvPr>
        </p:nvSpPr>
        <p:spPr>
          <a:xfrm>
            <a:off x="623994" y="263209"/>
            <a:ext cx="8596668" cy="5497511"/>
          </a:xfrm>
        </p:spPr>
        <p:txBody>
          <a:bodyPr/>
          <a:lstStyle/>
          <a:p>
            <a:pPr marL="0" indent="0" algn="r" rtl="1">
              <a:buNone/>
            </a:pPr>
            <a:r>
              <a:rPr lang="he-IL" dirty="0"/>
              <a:t>מרחק הקוד הינו 2 ולכן ניתן לגלות עד שגיאה אחת ולא ניתן לתקן אף שגיאה.</a:t>
            </a:r>
          </a:p>
          <a:p>
            <a:pPr marL="0" indent="0" algn="r" rtl="1">
              <a:buNone/>
            </a:pPr>
            <a:r>
              <a:rPr lang="he-IL" dirty="0"/>
              <a:t>הוספת סיבית זוגיות לא תגדיל את מרחק הקוד.</a:t>
            </a:r>
          </a:p>
          <a:p>
            <a:pPr marL="0" indent="0" algn="r" rtl="1">
              <a:buNone/>
            </a:pPr>
            <a:r>
              <a:rPr lang="he-IL" dirty="0"/>
              <a:t>קוד חזרות עם </a:t>
            </a:r>
            <a:r>
              <a:rPr lang="en-US" dirty="0"/>
              <a:t>r=3</a:t>
            </a:r>
            <a:r>
              <a:rPr lang="he-IL" dirty="0"/>
              <a:t> יגדיל את מרחק הקוד ל6 מה שיאפשר לגלות עד 5 שגיאות ולתקן עד 2.</a:t>
            </a:r>
          </a:p>
        </p:txBody>
      </p:sp>
    </p:spTree>
    <p:extLst>
      <p:ext uri="{BB962C8B-B14F-4D97-AF65-F5344CB8AC3E}">
        <p14:creationId xmlns:p14="http://schemas.microsoft.com/office/powerpoint/2010/main" val="3886329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DE96A8-75E3-D6C0-0617-472DB7A546B1}"/>
              </a:ext>
            </a:extLst>
          </p:cNvPr>
          <p:cNvPicPr>
            <a:picLocks noChangeAspect="1"/>
          </p:cNvPicPr>
          <p:nvPr/>
        </p:nvPicPr>
        <p:blipFill>
          <a:blip r:embed="rId2"/>
          <a:stretch>
            <a:fillRect/>
          </a:stretch>
        </p:blipFill>
        <p:spPr>
          <a:xfrm>
            <a:off x="2000976" y="540897"/>
            <a:ext cx="7200900" cy="5511800"/>
          </a:xfrm>
          <a:prstGeom prst="rect">
            <a:avLst/>
          </a:prstGeom>
        </p:spPr>
      </p:pic>
      <p:sp>
        <p:nvSpPr>
          <p:cNvPr id="6" name="אליפסה 5">
            <a:extLst>
              <a:ext uri="{FF2B5EF4-FFF2-40B4-BE49-F238E27FC236}">
                <a16:creationId xmlns:a16="http://schemas.microsoft.com/office/drawing/2014/main" id="{C4409C8A-607C-B6B7-8F49-2ECB23A0DEE7}"/>
              </a:ext>
            </a:extLst>
          </p:cNvPr>
          <p:cNvSpPr/>
          <p:nvPr/>
        </p:nvSpPr>
        <p:spPr>
          <a:xfrm>
            <a:off x="8240836" y="4093251"/>
            <a:ext cx="302696" cy="2886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457200" rtl="0" eaLnBrk="1" latinLnBrk="0" hangingPunct="1"/>
            <a:endParaRPr lang="he-IL"/>
          </a:p>
        </p:txBody>
      </p:sp>
    </p:spTree>
    <p:extLst>
      <p:ext uri="{BB962C8B-B14F-4D97-AF65-F5344CB8AC3E}">
        <p14:creationId xmlns:p14="http://schemas.microsoft.com/office/powerpoint/2010/main" val="103208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59">
                <a:extLst>
                  <a:ext uri="{FF2B5EF4-FFF2-40B4-BE49-F238E27FC236}">
                    <a16:creationId xmlns:a16="http://schemas.microsoft.com/office/drawing/2014/main" id="{4BE79740-1CFC-8399-53B8-DB0575BA5BF8}"/>
                  </a:ext>
                </a:extLst>
              </p:cNvPr>
              <p:cNvGraphicFramePr>
                <a:graphicFrameLocks noGrp="1"/>
              </p:cNvGraphicFramePr>
              <p:nvPr>
                <p:extLst>
                  <p:ext uri="{D42A27DB-BD31-4B8C-83A1-F6EECF244321}">
                    <p14:modId xmlns:p14="http://schemas.microsoft.com/office/powerpoint/2010/main" val="2129276861"/>
                  </p:ext>
                </p:extLst>
              </p:nvPr>
            </p:nvGraphicFramePr>
            <p:xfrm>
              <a:off x="3723778" y="359797"/>
              <a:ext cx="2667000" cy="2743200"/>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54864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48640">
                    <a:tc>
                      <a:txBody>
                        <a:bodyPr/>
                        <a:lstStyle/>
                        <a:p>
                          <a:pPr algn="ctr"/>
                          <a:r>
                            <a:rPr lang="en-US" dirty="0">
                              <a:solidFill>
                                <a:schemeClr val="tx1"/>
                              </a:solidFill>
                            </a:rPr>
                            <a:t>00</a:t>
                          </a:r>
                        </a:p>
                      </a:txBody>
                      <a:tcPr anchor="ct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548640">
                    <a:tc>
                      <a:txBody>
                        <a:bodyPr/>
                        <a:lstStyle/>
                        <a:p>
                          <a:pPr algn="ctr"/>
                          <a:r>
                            <a:rPr lang="en-US" dirty="0">
                              <a:solidFill>
                                <a:schemeClr val="tx1"/>
                              </a:solidFill>
                            </a:rPr>
                            <a:t>01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he-IL" b="0" i="1" kern="1200" smtClean="0">
                                    <a:solidFill>
                                      <a:schemeClr val="tx1"/>
                                    </a:solidFill>
                                    <a:latin typeface="Cambria Math" panose="02040503050406030204" pitchFamily="18" charset="0"/>
                                    <a:ea typeface="+mn-ea"/>
                                    <a:cs typeface="Arial" charset="0"/>
                                  </a:rPr>
                                  <m:t>0</m:t>
                                </m:r>
                              </m:oMath>
                            </m:oMathPara>
                          </a14:m>
                          <a:endParaRPr lang="en-US" b="0"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548640">
                    <a:tc>
                      <a:txBody>
                        <a:bodyPr/>
                        <a:lstStyle/>
                        <a:p>
                          <a:pPr algn="ctr"/>
                          <a:r>
                            <a:rPr lang="en-US" dirty="0">
                              <a:solidFill>
                                <a:schemeClr val="tx1"/>
                              </a:solidFill>
                            </a:rPr>
                            <a:t>11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he-IL" b="0" i="1" kern="1200" smtClean="0">
                                    <a:solidFill>
                                      <a:schemeClr val="tx1"/>
                                    </a:solidFill>
                                    <a:latin typeface="Cambria Math" panose="02040503050406030204" pitchFamily="18" charset="0"/>
                                    <a:ea typeface="+mn-ea"/>
                                    <a:cs typeface="Arial" charset="0"/>
                                  </a:rPr>
                                  <m:t>0</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r h="548640">
                    <a:tc>
                      <a:txBody>
                        <a:bodyPr/>
                        <a:lstStyle/>
                        <a:p>
                          <a:pPr algn="ctr"/>
                          <a:r>
                            <a:rPr lang="en-US" dirty="0">
                              <a:solidFill>
                                <a:schemeClr val="tx1"/>
                              </a:solidFill>
                            </a:rPr>
                            <a:t>10</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he-IL" kern="1200" dirty="0">
                              <a:solidFill>
                                <a:schemeClr val="tx1"/>
                              </a:solidFill>
                              <a:latin typeface="Arial" charset="0"/>
                              <a:ea typeface="+mn-ea"/>
                              <a:cs typeface="Arial" charset="0"/>
                            </a:rPr>
                            <a:t>1</a:t>
                          </a:r>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r>
                            <a:rPr lang="he-IL" kern="1200" dirty="0">
                              <a:solidFill>
                                <a:schemeClr val="tx1"/>
                              </a:solidFill>
                              <a:latin typeface="Arial" charset="0"/>
                              <a:ea typeface="+mn-ea"/>
                              <a:cs typeface="Arial" charset="0"/>
                            </a:rPr>
                            <a:t>0</a:t>
                          </a:r>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4"/>
                      </a:ext>
                    </a:extLst>
                  </a:tr>
                </a:tbl>
              </a:graphicData>
            </a:graphic>
          </p:graphicFrame>
        </mc:Choice>
        <mc:Fallback xmlns="">
          <p:graphicFrame>
            <p:nvGraphicFramePr>
              <p:cNvPr id="4" name="Table 59">
                <a:extLst>
                  <a:ext uri="{FF2B5EF4-FFF2-40B4-BE49-F238E27FC236}">
                    <a16:creationId xmlns:a16="http://schemas.microsoft.com/office/drawing/2014/main" id="{4BE79740-1CFC-8399-53B8-DB0575BA5BF8}"/>
                  </a:ext>
                </a:extLst>
              </p:cNvPr>
              <p:cNvGraphicFramePr>
                <a:graphicFrameLocks noGrp="1"/>
              </p:cNvGraphicFramePr>
              <p:nvPr>
                <p:extLst>
                  <p:ext uri="{D42A27DB-BD31-4B8C-83A1-F6EECF244321}">
                    <p14:modId xmlns:p14="http://schemas.microsoft.com/office/powerpoint/2010/main" val="2129276861"/>
                  </p:ext>
                </p:extLst>
              </p:nvPr>
            </p:nvGraphicFramePr>
            <p:xfrm>
              <a:off x="3723778" y="359797"/>
              <a:ext cx="2667000" cy="2743200"/>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54864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48640">
                    <a:tc>
                      <a:txBody>
                        <a:bodyPr/>
                        <a:lstStyle/>
                        <a:p>
                          <a:pPr algn="ctr"/>
                          <a:r>
                            <a:rPr lang="en-US" dirty="0">
                              <a:solidFill>
                                <a:schemeClr val="tx1"/>
                              </a:solidFill>
                            </a:rPr>
                            <a:t>00</a:t>
                          </a:r>
                        </a:p>
                      </a:txBody>
                      <a:tcPr anchor="ct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97674" t="-97727" r="-197674" b="-297727"/>
                          </a:stretch>
                        </a:blip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4762" t="-97727" r="-2381" b="-297727"/>
                          </a:stretch>
                        </a:blipFill>
                      </a:tcPr>
                    </a:tc>
                    <a:extLst>
                      <a:ext uri="{0D108BD9-81ED-4DB2-BD59-A6C34878D82A}">
                        <a16:rowId xmlns:a16="http://schemas.microsoft.com/office/drawing/2014/main" val="10001"/>
                      </a:ext>
                    </a:extLst>
                  </a:tr>
                  <a:tr h="548640">
                    <a:tc>
                      <a:txBody>
                        <a:bodyPr/>
                        <a:lstStyle/>
                        <a:p>
                          <a:pPr algn="ctr"/>
                          <a:r>
                            <a:rPr lang="en-US" dirty="0">
                              <a:solidFill>
                                <a:schemeClr val="tx1"/>
                              </a:solidFill>
                            </a:rPr>
                            <a:t>01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97674" t="-202326" r="-197674" b="-204651"/>
                          </a:stretch>
                        </a:blip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4762" t="-202326" r="-102381" b="-204651"/>
                          </a:stretch>
                        </a:blip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4762" t="-202326" r="-2381" b="-204651"/>
                          </a:stretch>
                        </a:blipFill>
                      </a:tcPr>
                    </a:tc>
                    <a:extLst>
                      <a:ext uri="{0D108BD9-81ED-4DB2-BD59-A6C34878D82A}">
                        <a16:rowId xmlns:a16="http://schemas.microsoft.com/office/drawing/2014/main" val="10002"/>
                      </a:ext>
                    </a:extLst>
                  </a:tr>
                  <a:tr h="548640">
                    <a:tc>
                      <a:txBody>
                        <a:bodyPr/>
                        <a:lstStyle/>
                        <a:p>
                          <a:pPr algn="ctr"/>
                          <a:r>
                            <a:rPr lang="en-US" dirty="0">
                              <a:solidFill>
                                <a:schemeClr val="tx1"/>
                              </a:solidFill>
                            </a:rPr>
                            <a:t>11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97674" t="-295455" r="-197674" b="-100000"/>
                          </a:stretch>
                        </a:blip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4762" t="-295455" r="-102381" b="-100000"/>
                          </a:stretch>
                        </a:blip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4762" t="-295455" r="-2381" b="-100000"/>
                          </a:stretch>
                        </a:blipFill>
                      </a:tcPr>
                    </a:tc>
                    <a:extLst>
                      <a:ext uri="{0D108BD9-81ED-4DB2-BD59-A6C34878D82A}">
                        <a16:rowId xmlns:a16="http://schemas.microsoft.com/office/drawing/2014/main" val="10003"/>
                      </a:ext>
                    </a:extLst>
                  </a:tr>
                  <a:tr h="548640">
                    <a:tc>
                      <a:txBody>
                        <a:bodyPr/>
                        <a:lstStyle/>
                        <a:p>
                          <a:pPr algn="ctr"/>
                          <a:r>
                            <a:rPr lang="en-US" dirty="0">
                              <a:solidFill>
                                <a:schemeClr val="tx1"/>
                              </a:solidFill>
                            </a:rPr>
                            <a:t>10</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he-IL" kern="1200" dirty="0">
                              <a:solidFill>
                                <a:schemeClr val="tx1"/>
                              </a:solidFill>
                              <a:latin typeface="Arial" charset="0"/>
                              <a:ea typeface="+mn-ea"/>
                              <a:cs typeface="Arial" charset="0"/>
                            </a:rPr>
                            <a:t>1</a:t>
                          </a:r>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97674" t="-404651" r="-197674" b="-2326"/>
                          </a:stretch>
                        </a:blipFill>
                      </a:tcPr>
                    </a:tc>
                    <a:tc>
                      <a:txBody>
                        <a:bodyPr/>
                        <a:lstStyle/>
                        <a:p>
                          <a:pPr algn="ctr" rtl="0" fontAlgn="base">
                            <a:spcBef>
                              <a:spcPct val="0"/>
                            </a:spcBef>
                            <a:spcAft>
                              <a:spcPct val="0"/>
                            </a:spcAft>
                          </a:pPr>
                          <a:r>
                            <a:rPr lang="he-IL" kern="1200" dirty="0">
                              <a:solidFill>
                                <a:schemeClr val="tx1"/>
                              </a:solidFill>
                              <a:latin typeface="Arial" charset="0"/>
                              <a:ea typeface="+mn-ea"/>
                              <a:cs typeface="Arial" charset="0"/>
                            </a:rPr>
                            <a:t>0</a:t>
                          </a:r>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4762" t="-404651" r="-2381" b="-2326"/>
                          </a:stretch>
                        </a:blipFill>
                      </a:tcPr>
                    </a:tc>
                    <a:extLst>
                      <a:ext uri="{0D108BD9-81ED-4DB2-BD59-A6C34878D82A}">
                        <a16:rowId xmlns:a16="http://schemas.microsoft.com/office/drawing/2014/main" val="10004"/>
                      </a:ext>
                    </a:extLst>
                  </a:tr>
                </a:tbl>
              </a:graphicData>
            </a:graphic>
          </p:graphicFrame>
        </mc:Fallback>
      </mc:AlternateContent>
      <p:grpSp>
        <p:nvGrpSpPr>
          <p:cNvPr id="5" name="Group 12">
            <a:extLst>
              <a:ext uri="{FF2B5EF4-FFF2-40B4-BE49-F238E27FC236}">
                <a16:creationId xmlns:a16="http://schemas.microsoft.com/office/drawing/2014/main" id="{5AE1AFB4-130D-169C-19F4-B99316B56758}"/>
              </a:ext>
            </a:extLst>
          </p:cNvPr>
          <p:cNvGrpSpPr>
            <a:grpSpLocks/>
          </p:cNvGrpSpPr>
          <p:nvPr/>
        </p:nvGrpSpPr>
        <p:grpSpPr bwMode="auto">
          <a:xfrm>
            <a:off x="3641228" y="359797"/>
            <a:ext cx="695394" cy="597932"/>
            <a:chOff x="4876800" y="3200400"/>
            <a:chExt cx="695394" cy="597932"/>
          </a:xfrm>
        </p:grpSpPr>
        <p:cxnSp>
          <p:nvCxnSpPr>
            <p:cNvPr id="6" name="Straight Connector 60">
              <a:extLst>
                <a:ext uri="{FF2B5EF4-FFF2-40B4-BE49-F238E27FC236}">
                  <a16:creationId xmlns:a16="http://schemas.microsoft.com/office/drawing/2014/main" id="{946E7255-62F4-F8E3-AC6C-285C08B2A37E}"/>
                </a:ext>
              </a:extLst>
            </p:cNvPr>
            <p:cNvCxnSpPr/>
            <p:nvPr/>
          </p:nvCxnSpPr>
          <p:spPr>
            <a:xfrm rot="10800000">
              <a:off x="4953000" y="3325813"/>
              <a:ext cx="541338" cy="431800"/>
            </a:xfrm>
            <a:prstGeom prst="line">
              <a:avLst/>
            </a:prstGeom>
          </p:spPr>
          <p:style>
            <a:lnRef idx="1">
              <a:schemeClr val="dk1"/>
            </a:lnRef>
            <a:fillRef idx="0">
              <a:schemeClr val="dk1"/>
            </a:fillRef>
            <a:effectRef idx="0">
              <a:schemeClr val="dk1"/>
            </a:effectRef>
            <a:fontRef idx="minor">
              <a:schemeClr val="tx1"/>
            </a:fontRef>
          </p:style>
        </p:cxnSp>
        <p:sp>
          <p:nvSpPr>
            <p:cNvPr id="7" name="TextBox 61">
              <a:extLst>
                <a:ext uri="{FF2B5EF4-FFF2-40B4-BE49-F238E27FC236}">
                  <a16:creationId xmlns:a16="http://schemas.microsoft.com/office/drawing/2014/main" id="{BDCC90DB-9516-B1E6-131B-2514D0528494}"/>
                </a:ext>
              </a:extLst>
            </p:cNvPr>
            <p:cNvSpPr txBox="1">
              <a:spLocks noChangeArrowheads="1"/>
            </p:cNvSpPr>
            <p:nvPr/>
          </p:nvSpPr>
          <p:spPr bwMode="auto">
            <a:xfrm>
              <a:off x="5105400" y="3200400"/>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he-IL" dirty="0" err="1"/>
                <a:t>wx</a:t>
              </a:r>
              <a:endParaRPr lang="en-US" altLang="he-IL" dirty="0"/>
            </a:p>
          </p:txBody>
        </p:sp>
        <p:sp>
          <p:nvSpPr>
            <p:cNvPr id="8" name="TextBox 62">
              <a:extLst>
                <a:ext uri="{FF2B5EF4-FFF2-40B4-BE49-F238E27FC236}">
                  <a16:creationId xmlns:a16="http://schemas.microsoft.com/office/drawing/2014/main" id="{F8173172-A455-F0BB-154C-D7D0A8B4D998}"/>
                </a:ext>
              </a:extLst>
            </p:cNvPr>
            <p:cNvSpPr txBox="1">
              <a:spLocks noChangeArrowheads="1"/>
            </p:cNvSpPr>
            <p:nvPr/>
          </p:nvSpPr>
          <p:spPr bwMode="auto">
            <a:xfrm>
              <a:off x="4876800" y="3429000"/>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he-IL" dirty="0" err="1"/>
                <a:t>yz</a:t>
              </a:r>
              <a:endParaRPr lang="en-US" altLang="he-IL" dirty="0"/>
            </a:p>
          </p:txBody>
        </p:sp>
      </p:grpSp>
      <p:sp>
        <p:nvSpPr>
          <p:cNvPr id="10" name="Rounded Rectangle 15">
            <a:extLst>
              <a:ext uri="{FF2B5EF4-FFF2-40B4-BE49-F238E27FC236}">
                <a16:creationId xmlns:a16="http://schemas.microsoft.com/office/drawing/2014/main" id="{500D109B-E5A5-7965-4B8E-E8DA2A6469D3}"/>
              </a:ext>
            </a:extLst>
          </p:cNvPr>
          <p:cNvSpPr/>
          <p:nvPr/>
        </p:nvSpPr>
        <p:spPr>
          <a:xfrm>
            <a:off x="4336622" y="977145"/>
            <a:ext cx="914400" cy="93891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algn="ctr" defTabSz="457200" rtl="1" eaLnBrk="1" latinLnBrk="0" hangingPunct="1">
              <a:defRPr/>
            </a:pPr>
            <a:endParaRPr lang="en-US"/>
          </a:p>
        </p:txBody>
      </p:sp>
      <mc:AlternateContent xmlns:mc="http://schemas.openxmlformats.org/markup-compatibility/2006" xmlns:a14="http://schemas.microsoft.com/office/drawing/2010/main">
        <mc:Choice Requires="a14">
          <p:sp>
            <p:nvSpPr>
              <p:cNvPr id="13" name="מציין מיקום תוכן 2">
                <a:extLst>
                  <a:ext uri="{FF2B5EF4-FFF2-40B4-BE49-F238E27FC236}">
                    <a16:creationId xmlns:a16="http://schemas.microsoft.com/office/drawing/2014/main" id="{CABF6D10-2269-059E-72BD-6EBAFBC8C025}"/>
                  </a:ext>
                </a:extLst>
              </p:cNvPr>
              <p:cNvSpPr>
                <a:spLocks noGrp="1"/>
              </p:cNvSpPr>
              <p:nvPr>
                <p:ph idx="1"/>
              </p:nvPr>
            </p:nvSpPr>
            <p:spPr>
              <a:xfrm>
                <a:off x="639426" y="3228410"/>
                <a:ext cx="8596668" cy="1634656"/>
              </a:xfrm>
            </p:spPr>
            <p:txBody>
              <a:bodyPr/>
              <a:lstStyle/>
              <a:p>
                <a:pPr marL="0" indent="0" algn="r" rtl="1">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r>
                        <a:rPr lang="he-IL"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m:t>
                          </m:r>
                        </m:sup>
                      </m:sSup>
                      <m:r>
                        <a:rPr lang="en-US" b="0" i="1" smtClean="0">
                          <a:latin typeface="Cambria Math" panose="02040503050406030204" pitchFamily="18" charset="0"/>
                        </a:rPr>
                        <m:t>𝑧</m:t>
                      </m:r>
                      <m:r>
                        <a:rPr lang="en-US" b="0" i="1" smtClean="0">
                          <a:latin typeface="Cambria Math" panose="02040503050406030204" pitchFamily="18" charset="0"/>
                        </a:rPr>
                        <m:t>′</m:t>
                      </m:r>
                    </m:oMath>
                  </m:oMathPara>
                </a14:m>
                <a:endParaRPr lang="en-US" b="0" dirty="0"/>
              </a:p>
            </p:txBody>
          </p:sp>
        </mc:Choice>
        <mc:Fallback xmlns="">
          <p:sp>
            <p:nvSpPr>
              <p:cNvPr id="13" name="מציין מיקום תוכן 2">
                <a:extLst>
                  <a:ext uri="{FF2B5EF4-FFF2-40B4-BE49-F238E27FC236}">
                    <a16:creationId xmlns:a16="http://schemas.microsoft.com/office/drawing/2014/main" id="{CABF6D10-2269-059E-72BD-6EBAFBC8C025}"/>
                  </a:ext>
                </a:extLst>
              </p:cNvPr>
              <p:cNvSpPr>
                <a:spLocks noGrp="1" noRot="1" noChangeAspect="1" noMove="1" noResize="1" noEditPoints="1" noAdjustHandles="1" noChangeArrowheads="1" noChangeShapeType="1" noTextEdit="1"/>
              </p:cNvSpPr>
              <p:nvPr>
                <p:ph idx="1"/>
              </p:nvPr>
            </p:nvSpPr>
            <p:spPr>
              <a:xfrm>
                <a:off x="639426" y="3228410"/>
                <a:ext cx="8596668" cy="1634656"/>
              </a:xfrm>
              <a:blipFill>
                <a:blip r:embed="rId3"/>
                <a:stretch>
                  <a:fillRect/>
                </a:stretch>
              </a:blipFill>
            </p:spPr>
            <p:txBody>
              <a:bodyPr/>
              <a:lstStyle/>
              <a:p>
                <a:r>
                  <a:rPr lang="en-IL">
                    <a:noFill/>
                  </a:rPr>
                  <a:t> </a:t>
                </a:r>
              </a:p>
            </p:txBody>
          </p:sp>
        </mc:Fallback>
      </mc:AlternateContent>
      <p:sp>
        <p:nvSpPr>
          <p:cNvPr id="2" name="Rounded Rectangle 15">
            <a:extLst>
              <a:ext uri="{FF2B5EF4-FFF2-40B4-BE49-F238E27FC236}">
                <a16:creationId xmlns:a16="http://schemas.microsoft.com/office/drawing/2014/main" id="{9AB36876-5E61-28AF-C8B8-9DF9EF9B9E90}"/>
              </a:ext>
            </a:extLst>
          </p:cNvPr>
          <p:cNvSpPr/>
          <p:nvPr/>
        </p:nvSpPr>
        <p:spPr>
          <a:xfrm>
            <a:off x="4336622" y="2633539"/>
            <a:ext cx="914400" cy="36627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algn="ctr" defTabSz="457200" rtl="1" eaLnBrk="1" latinLnBrk="0" hangingPunct="1">
              <a:defRPr/>
            </a:pPr>
            <a:endParaRPr lang="en-US"/>
          </a:p>
        </p:txBody>
      </p:sp>
      <p:sp>
        <p:nvSpPr>
          <p:cNvPr id="3" name="Rounded Rectangle 15">
            <a:extLst>
              <a:ext uri="{FF2B5EF4-FFF2-40B4-BE49-F238E27FC236}">
                <a16:creationId xmlns:a16="http://schemas.microsoft.com/office/drawing/2014/main" id="{F5667C9E-D770-CD9B-F7B2-7ECB41D8E8CC}"/>
              </a:ext>
            </a:extLst>
          </p:cNvPr>
          <p:cNvSpPr/>
          <p:nvPr/>
        </p:nvSpPr>
        <p:spPr>
          <a:xfrm>
            <a:off x="4336622" y="980205"/>
            <a:ext cx="914400" cy="36627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algn="ctr" defTabSz="457200" rtl="1" eaLnBrk="1" latinLnBrk="0" hangingPunct="1">
              <a:defRPr/>
            </a:pPr>
            <a:endParaRPr lang="en-US"/>
          </a:p>
        </p:txBody>
      </p:sp>
    </p:spTree>
    <p:extLst>
      <p:ext uri="{BB962C8B-B14F-4D97-AF65-F5344CB8AC3E}">
        <p14:creationId xmlns:p14="http://schemas.microsoft.com/office/powerpoint/2010/main" val="113232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9DCA20-A7A7-4491-1594-3BA02B57EA61}"/>
              </a:ext>
            </a:extLst>
          </p:cNvPr>
          <p:cNvPicPr>
            <a:picLocks noChangeAspect="1"/>
          </p:cNvPicPr>
          <p:nvPr/>
        </p:nvPicPr>
        <p:blipFill>
          <a:blip r:embed="rId2"/>
          <a:stretch>
            <a:fillRect/>
          </a:stretch>
        </p:blipFill>
        <p:spPr>
          <a:xfrm>
            <a:off x="780273" y="920514"/>
            <a:ext cx="8554014" cy="4191311"/>
          </a:xfrm>
          <a:prstGeom prst="rect">
            <a:avLst/>
          </a:prstGeom>
        </p:spPr>
      </p:pic>
      <p:sp>
        <p:nvSpPr>
          <p:cNvPr id="6" name="אליפסה 5">
            <a:extLst>
              <a:ext uri="{FF2B5EF4-FFF2-40B4-BE49-F238E27FC236}">
                <a16:creationId xmlns:a16="http://schemas.microsoft.com/office/drawing/2014/main" id="{B45760F1-94F9-BC74-1A6D-9957E763685F}"/>
              </a:ext>
            </a:extLst>
          </p:cNvPr>
          <p:cNvSpPr/>
          <p:nvPr/>
        </p:nvSpPr>
        <p:spPr>
          <a:xfrm>
            <a:off x="8408868" y="4654065"/>
            <a:ext cx="302696" cy="2886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34588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3283B5A6-C410-893C-9B0E-62021673E638}"/>
              </a:ext>
            </a:extLst>
          </p:cNvPr>
          <p:cNvSpPr>
            <a:spLocks noGrp="1"/>
          </p:cNvSpPr>
          <p:nvPr>
            <p:ph idx="1"/>
          </p:nvPr>
        </p:nvSpPr>
        <p:spPr>
          <a:xfrm>
            <a:off x="1073942" y="746923"/>
            <a:ext cx="8596668" cy="3107231"/>
          </a:xfrm>
        </p:spPr>
        <p:txBody>
          <a:bodyPr>
            <a:normAutofit/>
          </a:bodyPr>
          <a:lstStyle/>
          <a:p>
            <a:pPr marL="0" indent="0" algn="r" defTabSz="457200" rtl="1" eaLnBrk="1" latinLnBrk="0" hangingPunct="1">
              <a:spcBef>
                <a:spcPts val="1000"/>
              </a:spcBef>
              <a:spcAft>
                <a:spcPts val="0"/>
              </a:spcAft>
              <a:buClr>
                <a:schemeClr val="accent1"/>
              </a:buClr>
              <a:buSzPct val="80000"/>
              <a:buFont typeface="Wingdings 3" charset="2"/>
              <a:buNone/>
            </a:pPr>
            <a:r>
              <a:rPr lang="he-IL" dirty="0"/>
              <a:t>רכיב ה</a:t>
            </a:r>
            <a:r>
              <a:rPr lang="en-US" dirty="0"/>
              <a:t>MUX</a:t>
            </a:r>
            <a:r>
              <a:rPr lang="he-IL" dirty="0"/>
              <a:t> אינו מערכת פעולות שלמה.</a:t>
            </a:r>
          </a:p>
          <a:p>
            <a:pPr marL="0" indent="0" algn="r" defTabSz="457200" rtl="1" eaLnBrk="1" latinLnBrk="0" hangingPunct="1">
              <a:spcBef>
                <a:spcPts val="1000"/>
              </a:spcBef>
              <a:spcAft>
                <a:spcPts val="0"/>
              </a:spcAft>
              <a:buClr>
                <a:schemeClr val="accent1"/>
              </a:buClr>
              <a:buSzPct val="80000"/>
              <a:buFont typeface="Wingdings 3" charset="2"/>
              <a:buNone/>
            </a:pPr>
            <a:r>
              <a:rPr lang="en-US" dirty="0"/>
              <a:t>Decoder</a:t>
            </a:r>
            <a:r>
              <a:rPr lang="he-IL" dirty="0"/>
              <a:t> 3 ל8 הינו מערכת פעולות שלמה.</a:t>
            </a:r>
          </a:p>
          <a:p>
            <a:pPr marL="0" indent="0" algn="r" defTabSz="457200" rtl="1" eaLnBrk="1" latinLnBrk="0" hangingPunct="1">
              <a:spcBef>
                <a:spcPts val="1000"/>
              </a:spcBef>
              <a:spcAft>
                <a:spcPts val="0"/>
              </a:spcAft>
              <a:buClr>
                <a:schemeClr val="accent1"/>
              </a:buClr>
              <a:buSzPct val="80000"/>
              <a:buFont typeface="Wingdings 3" charset="2"/>
              <a:buNone/>
            </a:pPr>
            <a:r>
              <a:rPr lang="en-US" dirty="0"/>
              <a:t>FA</a:t>
            </a:r>
            <a:r>
              <a:rPr lang="he-IL" dirty="0"/>
              <a:t> אינו מערכת פעולות שלמה.</a:t>
            </a:r>
          </a:p>
          <a:p>
            <a:pPr marL="0" indent="0" algn="r" defTabSz="457200" rtl="1" eaLnBrk="1" latinLnBrk="0" hangingPunct="1">
              <a:spcBef>
                <a:spcPts val="1000"/>
              </a:spcBef>
              <a:spcAft>
                <a:spcPts val="0"/>
              </a:spcAft>
              <a:buClr>
                <a:schemeClr val="accent1"/>
              </a:buClr>
              <a:buSzPct val="80000"/>
              <a:buFont typeface="Wingdings 3" charset="2"/>
              <a:buNone/>
            </a:pPr>
            <a:r>
              <a:rPr lang="he-IL" dirty="0"/>
              <a:t>כולם טועים</a:t>
            </a:r>
          </a:p>
        </p:txBody>
      </p:sp>
    </p:spTree>
    <p:extLst>
      <p:ext uri="{BB962C8B-B14F-4D97-AF65-F5344CB8AC3E}">
        <p14:creationId xmlns:p14="http://schemas.microsoft.com/office/powerpoint/2010/main" val="1762321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0FB83E-A480-08F0-138F-CD3AE26E03D0}"/>
              </a:ext>
            </a:extLst>
          </p:cNvPr>
          <p:cNvPicPr>
            <a:picLocks noChangeAspect="1"/>
          </p:cNvPicPr>
          <p:nvPr/>
        </p:nvPicPr>
        <p:blipFill>
          <a:blip r:embed="rId3"/>
          <a:stretch>
            <a:fillRect/>
          </a:stretch>
        </p:blipFill>
        <p:spPr>
          <a:xfrm>
            <a:off x="2227290" y="165253"/>
            <a:ext cx="6695134" cy="6527494"/>
          </a:xfrm>
          <a:prstGeom prst="rect">
            <a:avLst/>
          </a:prstGeom>
        </p:spPr>
      </p:pic>
      <p:sp>
        <p:nvSpPr>
          <p:cNvPr id="6" name="אליפסה 5">
            <a:extLst>
              <a:ext uri="{FF2B5EF4-FFF2-40B4-BE49-F238E27FC236}">
                <a16:creationId xmlns:a16="http://schemas.microsoft.com/office/drawing/2014/main" id="{BB235F12-0555-D6FB-F225-C62AEB1AE55F}"/>
              </a:ext>
            </a:extLst>
          </p:cNvPr>
          <p:cNvSpPr/>
          <p:nvPr/>
        </p:nvSpPr>
        <p:spPr>
          <a:xfrm>
            <a:off x="8406090" y="6234172"/>
            <a:ext cx="242151" cy="2547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457200" rtl="1" eaLnBrk="1" latinLnBrk="0" hangingPunct="1"/>
            <a:endParaRPr lang="he-IL"/>
          </a:p>
        </p:txBody>
      </p:sp>
    </p:spTree>
    <p:extLst>
      <p:ext uri="{BB962C8B-B14F-4D97-AF65-F5344CB8AC3E}">
        <p14:creationId xmlns:p14="http://schemas.microsoft.com/office/powerpoint/2010/main" val="3673491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10FBD2-BDD2-1344-6F51-211A89C8B3BE}"/>
              </a:ext>
            </a:extLst>
          </p:cNvPr>
          <p:cNvSpPr>
            <a:spLocks noGrp="1"/>
          </p:cNvSpPr>
          <p:nvPr>
            <p:ph idx="1"/>
          </p:nvPr>
        </p:nvSpPr>
        <p:spPr>
          <a:xfrm>
            <a:off x="534115" y="662295"/>
            <a:ext cx="8596668" cy="3880773"/>
          </a:xfrm>
        </p:spPr>
        <p:txBody>
          <a:bodyPr/>
          <a:lstStyle/>
          <a:p>
            <a:pPr marL="0" indent="0" algn="r" defTabSz="457200" rtl="1" eaLnBrk="1" latinLnBrk="0" hangingPunct="1">
              <a:spcBef>
                <a:spcPts val="1000"/>
              </a:spcBef>
              <a:spcAft>
                <a:spcPts val="0"/>
              </a:spcAft>
              <a:buClr>
                <a:schemeClr val="accent1"/>
              </a:buClr>
              <a:buSzPct val="80000"/>
              <a:buNone/>
            </a:pPr>
            <a:r>
              <a:rPr lang="he-IL" dirty="0"/>
              <a:t>נשים לב שכדי ש</a:t>
            </a:r>
            <a:r>
              <a:rPr lang="en-US" dirty="0"/>
              <a:t>A</a:t>
            </a:r>
            <a:r>
              <a:rPr lang="he-IL" dirty="0"/>
              <a:t> ישפיע על המוצא </a:t>
            </a:r>
            <a:r>
              <a:rPr lang="en-US" dirty="0"/>
              <a:t>B</a:t>
            </a:r>
            <a:r>
              <a:rPr lang="he-IL" dirty="0"/>
              <a:t> צריך להיות 0.</a:t>
            </a:r>
          </a:p>
          <a:p>
            <a:pPr marL="0" indent="0" algn="r" defTabSz="457200" rtl="1" eaLnBrk="1" latinLnBrk="0" hangingPunct="1">
              <a:spcBef>
                <a:spcPts val="1000"/>
              </a:spcBef>
              <a:spcAft>
                <a:spcPts val="0"/>
              </a:spcAft>
              <a:buClr>
                <a:schemeClr val="accent1"/>
              </a:buClr>
              <a:buSzPct val="80000"/>
              <a:buNone/>
            </a:pPr>
            <a:r>
              <a:rPr lang="he-IL" dirty="0"/>
              <a:t>מצד שני, הכניסה העליונה לשער ה</a:t>
            </a:r>
            <a:r>
              <a:rPr lang="en-US" dirty="0"/>
              <a:t>Or</a:t>
            </a:r>
            <a:r>
              <a:rPr lang="he-IL" dirty="0"/>
              <a:t> צריכה להיות גם היא אפס, מה שקופא על </a:t>
            </a:r>
            <a:r>
              <a:rPr lang="en-US" dirty="0"/>
              <a:t>B</a:t>
            </a:r>
            <a:r>
              <a:rPr lang="he-IL" dirty="0"/>
              <a:t> להיות 1 ועל </a:t>
            </a:r>
            <a:r>
              <a:rPr lang="en-US" dirty="0"/>
              <a:t>C</a:t>
            </a:r>
            <a:r>
              <a:rPr lang="he-IL" dirty="0"/>
              <a:t> להיות 0.</a:t>
            </a:r>
          </a:p>
          <a:p>
            <a:pPr marL="0" indent="0" algn="r" defTabSz="457200" rtl="1" eaLnBrk="1" latinLnBrk="0" hangingPunct="1">
              <a:spcBef>
                <a:spcPts val="1000"/>
              </a:spcBef>
              <a:spcAft>
                <a:spcPts val="0"/>
              </a:spcAft>
              <a:buClr>
                <a:schemeClr val="accent1"/>
              </a:buClr>
              <a:buSzPct val="80000"/>
              <a:buNone/>
            </a:pPr>
            <a:r>
              <a:rPr lang="he-IL" dirty="0"/>
              <a:t>מכאן שהכניסה </a:t>
            </a:r>
            <a:r>
              <a:rPr lang="en-US" dirty="0"/>
              <a:t>A</a:t>
            </a:r>
            <a:r>
              <a:rPr lang="he-IL" dirty="0"/>
              <a:t> איננה משפיעה על המעגל.</a:t>
            </a:r>
          </a:p>
          <a:p>
            <a:pPr marL="0" indent="0" algn="r" defTabSz="457200" rtl="1" eaLnBrk="1" latinLnBrk="0" hangingPunct="1">
              <a:spcBef>
                <a:spcPts val="1000"/>
              </a:spcBef>
              <a:spcAft>
                <a:spcPts val="0"/>
              </a:spcAft>
              <a:buClr>
                <a:schemeClr val="accent1"/>
              </a:buClr>
              <a:buSzPct val="80000"/>
              <a:buNone/>
            </a:pPr>
            <a:endParaRPr lang="he-IL" dirty="0"/>
          </a:p>
        </p:txBody>
      </p:sp>
    </p:spTree>
    <p:extLst>
      <p:ext uri="{BB962C8B-B14F-4D97-AF65-F5344CB8AC3E}">
        <p14:creationId xmlns:p14="http://schemas.microsoft.com/office/powerpoint/2010/main" val="4140760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4AE061-185E-A564-BA1F-5C5A945EE4AC}"/>
              </a:ext>
            </a:extLst>
          </p:cNvPr>
          <p:cNvPicPr>
            <a:picLocks noChangeAspect="1"/>
          </p:cNvPicPr>
          <p:nvPr/>
        </p:nvPicPr>
        <p:blipFill>
          <a:blip r:embed="rId2"/>
          <a:stretch>
            <a:fillRect/>
          </a:stretch>
        </p:blipFill>
        <p:spPr>
          <a:xfrm>
            <a:off x="3459296" y="216947"/>
            <a:ext cx="4887029" cy="6599578"/>
          </a:xfrm>
          <a:prstGeom prst="rect">
            <a:avLst/>
          </a:prstGeom>
        </p:spPr>
      </p:pic>
      <p:sp>
        <p:nvSpPr>
          <p:cNvPr id="6" name="אליפסה 5">
            <a:extLst>
              <a:ext uri="{FF2B5EF4-FFF2-40B4-BE49-F238E27FC236}">
                <a16:creationId xmlns:a16="http://schemas.microsoft.com/office/drawing/2014/main" id="{7071595B-043C-4969-E8D5-18498DE10E0D}"/>
              </a:ext>
            </a:extLst>
          </p:cNvPr>
          <p:cNvSpPr/>
          <p:nvPr/>
        </p:nvSpPr>
        <p:spPr>
          <a:xfrm>
            <a:off x="7853617" y="6311693"/>
            <a:ext cx="243781" cy="22130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457200" rtl="0" eaLnBrk="1" latinLnBrk="0" hangingPunct="1"/>
            <a:endParaRPr lang="he-IL"/>
          </a:p>
        </p:txBody>
      </p:sp>
    </p:spTree>
    <p:extLst>
      <p:ext uri="{BB962C8B-B14F-4D97-AF65-F5344CB8AC3E}">
        <p14:creationId xmlns:p14="http://schemas.microsoft.com/office/powerpoint/2010/main" val="55430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8F759435-474F-88F9-0A50-721A71A56025}"/>
                  </a:ext>
                </a:extLst>
              </p:cNvPr>
              <p:cNvSpPr>
                <a:spLocks noGrp="1"/>
              </p:cNvSpPr>
              <p:nvPr>
                <p:ph idx="1"/>
              </p:nvPr>
            </p:nvSpPr>
            <p:spPr>
              <a:xfrm>
                <a:off x="721402" y="254672"/>
                <a:ext cx="8596668" cy="6443584"/>
              </a:xfrm>
            </p:spPr>
            <p:txBody>
              <a:bodyPr/>
              <a:lstStyle/>
              <a:p>
                <a:pPr marL="0" indent="0" algn="r" defTabSz="457200" rtl="1" eaLnBrk="1" latinLnBrk="0" hangingPunct="1">
                  <a:spcBef>
                    <a:spcPts val="1000"/>
                  </a:spcBef>
                  <a:spcAft>
                    <a:spcPts val="0"/>
                  </a:spcAft>
                  <a:buClr>
                    <a:schemeClr val="accent1"/>
                  </a:buClr>
                  <a:buSzPct val="80000"/>
                  <a:buNone/>
                </a:pPr>
                <a14:m>
                  <m:oMath xmlns:m="http://schemas.openxmlformats.org/officeDocument/2006/math">
                    <a:fld id="{825F15A7-03F4-43D7-82C5-3E23DA2F108C}" type="mathplaceholder">
                      <a:rPr lang="he-IL" i="1" smtClean="0">
                        <a:latin typeface="Cambria Math" panose="02040503050406030204" pitchFamily="18" charset="0"/>
                      </a:rPr>
                      <a:t>Type equation here.</a:t>
                    </a:fld>
                  </m:oMath>
                </a14:m>
                <a:r>
                  <a:rPr lang="he-IL" dirty="0"/>
                  <a:t>ראשית נבדוק אם הכניסה </a:t>
                </a:r>
                <a:r>
                  <a:rPr lang="en-US" dirty="0"/>
                  <a:t>X</a:t>
                </a:r>
                <a:r>
                  <a:rPr lang="he-IL" dirty="0"/>
                  <a:t> עומדת בתנאי </a:t>
                </a:r>
                <a:r>
                  <a:rPr lang="en-US" dirty="0"/>
                  <a:t>Setup</a:t>
                </a:r>
                <a:r>
                  <a:rPr lang="he-IL" dirty="0"/>
                  <a:t>.</a:t>
                </a:r>
              </a:p>
              <a:p>
                <a:pPr marL="0" indent="0" algn="r" defTabSz="457200" rtl="1" eaLnBrk="1" latinLnBrk="0" hangingPunct="1">
                  <a:spcBef>
                    <a:spcPts val="1000"/>
                  </a:spcBef>
                  <a:spcAft>
                    <a:spcPts val="0"/>
                  </a:spcAft>
                  <a:buClr>
                    <a:schemeClr val="accent1"/>
                  </a:buClr>
                  <a:buSzPct val="80000"/>
                  <a:buNone/>
                </a:pPr>
                <a:r>
                  <a:rPr lang="he-IL" dirty="0"/>
                  <a:t>הכניסה </a:t>
                </a:r>
                <a:r>
                  <a:rPr lang="en-US" dirty="0"/>
                  <a:t>x</a:t>
                </a:r>
                <a:r>
                  <a:rPr lang="he-IL" dirty="0"/>
                  <a:t> משתנה 34 </a:t>
                </a:r>
                <a:r>
                  <a:rPr lang="he-IL" dirty="0" err="1"/>
                  <a:t>נאנו</a:t>
                </a:r>
                <a:r>
                  <a:rPr lang="he-IL" dirty="0"/>
                  <a:t> שניות לאחר עליית השעון הראשונה כלומר, 6 </a:t>
                </a:r>
                <a:r>
                  <a:rPr lang="he-IL" dirty="0" err="1"/>
                  <a:t>נאנו</a:t>
                </a:r>
                <a:r>
                  <a:rPr lang="he-IL" dirty="0"/>
                  <a:t> שניות לפני עליית סיגנל ה</a:t>
                </a:r>
                <a:r>
                  <a:rPr lang="en-US" dirty="0"/>
                  <a:t>clk</a:t>
                </a:r>
                <a:r>
                  <a:rPr lang="he-IL" dirty="0"/>
                  <a:t> הבאה.</a:t>
                </a:r>
              </a:p>
              <a:p>
                <a:pPr marL="0" indent="0" algn="r" defTabSz="457200" rtl="1" eaLnBrk="1" latinLnBrk="0" hangingPunct="1">
                  <a:spcBef>
                    <a:spcPts val="1000"/>
                  </a:spcBef>
                  <a:spcAft>
                    <a:spcPts val="0"/>
                  </a:spcAft>
                  <a:buClr>
                    <a:schemeClr val="accent1"/>
                  </a:buClr>
                  <a:buSzPct val="80000"/>
                  <a:buNone/>
                </a:pPr>
                <a:r>
                  <a:rPr lang="he-IL" dirty="0"/>
                  <a:t>עממה, השעון בפועל מגיע ל</a:t>
                </a:r>
                <a:r>
                  <a:rPr lang="en-US" dirty="0"/>
                  <a:t>DFF</a:t>
                </a:r>
                <a:r>
                  <a:rPr lang="he-IL" dirty="0"/>
                  <a:t> בין חצי </a:t>
                </a:r>
                <a:r>
                  <a:rPr lang="he-IL" dirty="0" err="1"/>
                  <a:t>נאנו</a:t>
                </a:r>
                <a:r>
                  <a:rPr lang="he-IL" dirty="0"/>
                  <a:t> שניה </a:t>
                </a:r>
                <a:r>
                  <a:rPr lang="he-IL" dirty="0" err="1"/>
                  <a:t>לנאנו</a:t>
                </a:r>
                <a:r>
                  <a:rPr lang="he-IL" dirty="0"/>
                  <a:t> שניה אחת.</a:t>
                </a:r>
              </a:p>
              <a:p>
                <a:pPr marL="0" indent="0" algn="r" defTabSz="457200" rtl="1" eaLnBrk="1" latinLnBrk="0" hangingPunct="1">
                  <a:spcBef>
                    <a:spcPts val="1000"/>
                  </a:spcBef>
                  <a:spcAft>
                    <a:spcPts val="0"/>
                  </a:spcAft>
                  <a:buClr>
                    <a:schemeClr val="accent1"/>
                  </a:buClr>
                  <a:buSzPct val="80000"/>
                  <a:buNone/>
                </a:pPr>
                <a:r>
                  <a:rPr lang="he-IL" dirty="0"/>
                  <a:t>כלומר, השעון יעלה בפועל בין </a:t>
                </a:r>
                <a:r>
                  <a:rPr lang="en-US" dirty="0"/>
                  <a:t>40.5ns</a:t>
                </a:r>
                <a:r>
                  <a:rPr lang="he-IL" dirty="0"/>
                  <a:t> ל</a:t>
                </a:r>
                <a:r>
                  <a:rPr lang="en-US" dirty="0"/>
                  <a:t>41ns</a:t>
                </a:r>
                <a:r>
                  <a:rPr lang="he-IL" dirty="0"/>
                  <a:t>.</a:t>
                </a:r>
              </a:p>
              <a:p>
                <a:pPr marL="0" indent="0" algn="r" defTabSz="457200" rtl="1" eaLnBrk="1" latinLnBrk="0" hangingPunct="1">
                  <a:spcBef>
                    <a:spcPts val="1000"/>
                  </a:spcBef>
                  <a:spcAft>
                    <a:spcPts val="0"/>
                  </a:spcAft>
                  <a:buClr>
                    <a:schemeClr val="accent1"/>
                  </a:buClr>
                  <a:buSzPct val="80000"/>
                  <a:buNone/>
                </a:pPr>
                <a:r>
                  <a:rPr lang="he-IL" dirty="0"/>
                  <a:t>זמן ה</a:t>
                </a:r>
                <a:r>
                  <a:rPr lang="en-US" dirty="0" err="1"/>
                  <a:t>tpd</a:t>
                </a:r>
                <a:r>
                  <a:rPr lang="he-IL" dirty="0"/>
                  <a:t> של שער ה</a:t>
                </a:r>
                <a:r>
                  <a:rPr lang="en-US" dirty="0"/>
                  <a:t>OR</a:t>
                </a:r>
                <a:r>
                  <a:rPr lang="he-IL" dirty="0"/>
                  <a:t> הוא </a:t>
                </a:r>
                <a:r>
                  <a:rPr lang="en-US" dirty="0"/>
                  <a:t>1.5ns</a:t>
                </a:r>
                <a:r>
                  <a:rPr lang="he-IL" dirty="0"/>
                  <a:t> ולכן, הכניסה המעודכנת מגיעה לאחר </a:t>
                </a:r>
                <a:r>
                  <a:rPr lang="en-US" dirty="0"/>
                  <a:t>4.5ns</a:t>
                </a:r>
                <a:r>
                  <a:rPr lang="he-IL" dirty="0"/>
                  <a:t> לאחר עליית סיגנל ה</a:t>
                </a:r>
                <a:r>
                  <a:rPr lang="en-US" dirty="0"/>
                  <a:t>clk</a:t>
                </a:r>
                <a:r>
                  <a:rPr lang="he-IL" dirty="0"/>
                  <a:t>. זמן ה</a:t>
                </a:r>
                <a:r>
                  <a:rPr lang="en-US" dirty="0" err="1"/>
                  <a:t>su</a:t>
                </a:r>
                <a:r>
                  <a:rPr lang="he-IL" dirty="0"/>
                  <a:t> הוא </a:t>
                </a:r>
                <a:r>
                  <a:rPr lang="en-US" dirty="0"/>
                  <a:t>5ns</a:t>
                </a:r>
                <a:r>
                  <a:rPr lang="he-IL" dirty="0"/>
                  <a:t> ולכן, הכניסה המעודכנת מגיעה בפועל בין</a:t>
                </a:r>
                <a:r>
                  <a:rPr lang="en-US" dirty="0"/>
                  <a:t>5</a:t>
                </a:r>
                <a:r>
                  <a:rPr lang="he-IL" dirty="0"/>
                  <a:t> ל</a:t>
                </a:r>
                <a:r>
                  <a:rPr lang="en-US" dirty="0"/>
                  <a:t>5.5ns</a:t>
                </a:r>
                <a:r>
                  <a:rPr lang="he-IL" dirty="0"/>
                  <a:t> לפני עליית השעון הבאה מה שאומר אנו עומדים בזמן </a:t>
                </a:r>
                <a:r>
                  <a:rPr lang="en-US" dirty="0" err="1"/>
                  <a:t>su</a:t>
                </a:r>
                <a:r>
                  <a:rPr lang="he-IL" dirty="0"/>
                  <a:t>.</a:t>
                </a:r>
              </a:p>
              <a:p>
                <a:pPr marL="0" indent="0" algn="r" defTabSz="457200" rtl="1" eaLnBrk="1" latinLnBrk="0" hangingPunct="1">
                  <a:spcBef>
                    <a:spcPts val="1000"/>
                  </a:spcBef>
                  <a:spcAft>
                    <a:spcPts val="0"/>
                  </a:spcAft>
                  <a:buClr>
                    <a:schemeClr val="accent1"/>
                  </a:buClr>
                  <a:buSzPct val="80000"/>
                  <a:buNone/>
                </a:pPr>
                <a:r>
                  <a:rPr lang="he-IL" dirty="0"/>
                  <a:t>נבדוק את המסלולים השונים:</a:t>
                </a:r>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𝐹𝐹</m:t>
                      </m:r>
                      <m:r>
                        <a:rPr lang="en-US" b="0" i="1" smtClean="0">
                          <a:latin typeface="Cambria Math" panose="02040503050406030204" pitchFamily="18" charset="0"/>
                        </a:rPr>
                        <m:t>1→</m:t>
                      </m:r>
                      <m:r>
                        <a:rPr lang="en-US" b="0" i="1" smtClean="0">
                          <a:latin typeface="Cambria Math" panose="02040503050406030204" pitchFamily="18" charset="0"/>
                        </a:rPr>
                        <m:t>𝐹𝐹</m:t>
                      </m:r>
                      <m:r>
                        <a:rPr lang="en-US" b="0" i="1" smtClean="0">
                          <a:latin typeface="Cambria Math" panose="02040503050406030204" pitchFamily="18" charset="0"/>
                        </a:rPr>
                        <m:t>2</m:t>
                      </m:r>
                    </m:oMath>
                  </m:oMathPara>
                </a14:m>
                <a:endParaRPr lang="en-US" b="0" dirty="0"/>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𝑝𝑑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𝐹𝐹</m:t>
                          </m:r>
                          <m:r>
                            <a:rPr lang="en-US" b="0" i="1" smtClean="0">
                              <a:latin typeface="Cambria Math" panose="02040503050406030204" pitchFamily="18" charset="0"/>
                            </a:rPr>
                            <m:t>1</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𝑝𝑑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𝑋𝑂𝑅</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𝑠𝑢</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𝐹𝐹</m:t>
                          </m:r>
                          <m:r>
                            <a:rPr lang="en-US" b="0" i="1" smtClean="0">
                              <a:latin typeface="Cambria Math" panose="02040503050406030204" pitchFamily="18" charset="0"/>
                            </a:rPr>
                            <m:t>2</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𝑐𝑙𝑘</m:t>
                          </m:r>
                        </m:sub>
                      </m:sSub>
                      <m:r>
                        <a:rPr lang="en-US" b="0" i="1" smtClean="0">
                          <a:latin typeface="Cambria Math" panose="02040503050406030204" pitchFamily="18" charset="0"/>
                        </a:rPr>
                        <m:t>+</m:t>
                      </m:r>
                      <m:r>
                        <a:rPr lang="en-US" b="0" i="1" smtClean="0">
                          <a:latin typeface="Cambria Math" panose="02040503050406030204" pitchFamily="18" charset="0"/>
                        </a:rPr>
                        <m:t>𝑛</m:t>
                      </m:r>
                    </m:oMath>
                  </m:oMathPara>
                </a14:m>
                <a:endParaRPr lang="en-US" b="0" dirty="0"/>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≥−12</m:t>
                      </m:r>
                    </m:oMath>
                  </m:oMathPara>
                </a14:m>
                <a:endParaRPr lang="en-US" b="0" dirty="0"/>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𝐹𝐹</m:t>
                          </m:r>
                          <m:r>
                            <a:rPr lang="en-US" b="0" i="1" smtClean="0">
                              <a:latin typeface="Cambria Math" panose="02040503050406030204" pitchFamily="18" charset="0"/>
                            </a:rPr>
                            <m:t>1</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𝑋𝑂𝑅</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h𝑜𝑙𝑑</m:t>
                          </m:r>
                        </m:sub>
                      </m:sSub>
                      <m:r>
                        <a:rPr lang="en-US" b="0" i="1" smtClean="0">
                          <a:latin typeface="Cambria Math" panose="02040503050406030204" pitchFamily="18" charset="0"/>
                        </a:rPr>
                        <m:t>(</m:t>
                      </m:r>
                      <m:r>
                        <a:rPr lang="en-US" b="0" i="1" smtClean="0">
                          <a:latin typeface="Cambria Math" panose="02040503050406030204" pitchFamily="18" charset="0"/>
                        </a:rPr>
                        <m:t>𝐹𝐹</m:t>
                      </m:r>
                      <m:r>
                        <a:rPr lang="en-US" b="0" i="1" smtClean="0">
                          <a:latin typeface="Cambria Math" panose="02040503050406030204" pitchFamily="18" charset="0"/>
                        </a:rPr>
                        <m:t>1)+</m:t>
                      </m:r>
                      <m:r>
                        <a:rPr lang="en-US" b="0" i="1" smtClean="0">
                          <a:latin typeface="Cambria Math" panose="02040503050406030204" pitchFamily="18" charset="0"/>
                        </a:rPr>
                        <m:t>𝑛</m:t>
                      </m:r>
                    </m:oMath>
                  </m:oMathPara>
                </a14:m>
                <a:endParaRPr lang="en-US" b="0" dirty="0"/>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≤2</m:t>
                      </m:r>
                    </m:oMath>
                  </m:oMathPara>
                </a14:m>
                <a:endParaRPr lang="en-US" b="0" dirty="0"/>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𝐹𝐹</m:t>
                      </m:r>
                      <m:r>
                        <a:rPr lang="en-US" b="0" i="1" smtClean="0">
                          <a:latin typeface="Cambria Math" panose="02040503050406030204" pitchFamily="18" charset="0"/>
                        </a:rPr>
                        <m:t>2→</m:t>
                      </m:r>
                      <m:r>
                        <a:rPr lang="en-US" b="0" i="1" smtClean="0">
                          <a:latin typeface="Cambria Math" panose="02040503050406030204" pitchFamily="18" charset="0"/>
                        </a:rPr>
                        <m:t>𝐹𝐹</m:t>
                      </m:r>
                      <m:r>
                        <a:rPr lang="en-US" b="0" i="1" smtClean="0">
                          <a:latin typeface="Cambria Math" panose="02040503050406030204" pitchFamily="18" charset="0"/>
                        </a:rPr>
                        <m:t>1</m:t>
                      </m:r>
                    </m:oMath>
                  </m:oMathPara>
                </a14:m>
                <a:endParaRPr lang="en-US" b="0" dirty="0"/>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𝑝𝑑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𝐹𝐹</m:t>
                          </m:r>
                          <m:r>
                            <a:rPr lang="en-US" b="0" i="1" smtClean="0">
                              <a:latin typeface="Cambria Math" panose="02040503050406030204" pitchFamily="18" charset="0"/>
                            </a:rPr>
                            <m:t>2</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𝑝𝑑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𝑁𝑂𝑅</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𝑝𝑑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𝑂𝑅</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𝑠𝑢</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𝐹𝐹</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𝑛</m:t>
                      </m:r>
                    </m:oMath>
                  </m:oMathPara>
                </a14:m>
                <a:endParaRPr lang="en-US" b="0" dirty="0"/>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0" smtClean="0">
                          <a:latin typeface="Cambria Math" panose="02040503050406030204" pitchFamily="18" charset="0"/>
                        </a:rPr>
                        <m:t>7.5</m:t>
                      </m:r>
                    </m:oMath>
                  </m:oMathPara>
                </a14:m>
                <a:endParaRPr lang="en-US" dirty="0"/>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𝐹𝐹</m:t>
                          </m:r>
                          <m:r>
                            <a:rPr lang="en-US" b="0" i="1" smtClean="0">
                              <a:latin typeface="Cambria Math" panose="02040503050406030204" pitchFamily="18" charset="0"/>
                            </a:rPr>
                            <m:t>2</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𝑁𝑂𝑅</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𝑂𝑅</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h𝑜𝑙𝑑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𝐹𝐹</m:t>
                          </m:r>
                          <m:r>
                            <a:rPr lang="en-US" b="0" i="1" smtClean="0">
                              <a:latin typeface="Cambria Math" panose="02040503050406030204" pitchFamily="18" charset="0"/>
                            </a:rPr>
                            <m:t>2</m:t>
                          </m:r>
                        </m:e>
                      </m:d>
                      <m:r>
                        <a:rPr lang="en-US" b="0" i="1" smtClean="0">
                          <a:latin typeface="Cambria Math" panose="02040503050406030204" pitchFamily="18" charset="0"/>
                        </a:rPr>
                        <m:t>−</m:t>
                      </m:r>
                      <m:r>
                        <a:rPr lang="en-US" b="0" i="1" smtClean="0">
                          <a:latin typeface="Cambria Math" panose="02040503050406030204" pitchFamily="18" charset="0"/>
                        </a:rPr>
                        <m:t>𝑛</m:t>
                      </m:r>
                    </m:oMath>
                  </m:oMathPara>
                </a14:m>
                <a:endParaRPr lang="en-US" b="0" dirty="0"/>
              </a:p>
              <a:p>
                <a:pPr marL="0" indent="0" algn="r" defTabSz="457200" rtl="1" eaLnBrk="1" latinLnBrk="0" hangingPunct="1">
                  <a:spcBef>
                    <a:spcPts val="1000"/>
                  </a:spcBef>
                  <a:spcAft>
                    <a:spcPts val="0"/>
                  </a:spcAft>
                  <a:buClr>
                    <a:schemeClr val="accent1"/>
                  </a:buClr>
                  <a:buSzPct val="8000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≥−3</m:t>
                      </m:r>
                    </m:oMath>
                  </m:oMathPara>
                </a14:m>
                <a:endParaRPr lang="en-US" b="0" dirty="0"/>
              </a:p>
              <a:p>
                <a:pPr marL="0" indent="0" algn="r" defTabSz="457200" rtl="1" eaLnBrk="1" latinLnBrk="0" hangingPunct="1">
                  <a:spcBef>
                    <a:spcPts val="1000"/>
                  </a:spcBef>
                  <a:spcAft>
                    <a:spcPts val="0"/>
                  </a:spcAft>
                  <a:buClr>
                    <a:schemeClr val="accent1"/>
                  </a:buClr>
                  <a:buSzPct val="80000"/>
                  <a:buNone/>
                </a:pPr>
                <a:r>
                  <a:rPr lang="he-IL" dirty="0"/>
                  <a:t>נקבל כי ה</a:t>
                </a:r>
                <a:r>
                  <a:rPr lang="en-US" dirty="0"/>
                  <a:t>n</a:t>
                </a:r>
                <a:r>
                  <a:rPr lang="he-IL" dirty="0"/>
                  <a:t> המקסימלי הוא </a:t>
                </a:r>
                <a:r>
                  <a:rPr lang="en-US" dirty="0"/>
                  <a:t>n=2</a:t>
                </a:r>
                <a:r>
                  <a:rPr lang="he-IL" dirty="0"/>
                  <a:t>.</a:t>
                </a:r>
              </a:p>
              <a:p>
                <a:pPr marL="0" indent="0" algn="r" defTabSz="457200" rtl="1" eaLnBrk="1" latinLnBrk="0" hangingPunct="1">
                  <a:spcBef>
                    <a:spcPts val="1000"/>
                  </a:spcBef>
                  <a:spcAft>
                    <a:spcPts val="0"/>
                  </a:spcAft>
                  <a:buClr>
                    <a:schemeClr val="accent1"/>
                  </a:buClr>
                  <a:buSzPct val="80000"/>
                  <a:buNone/>
                </a:pPr>
                <a:endParaRPr lang="he-IL" dirty="0"/>
              </a:p>
            </p:txBody>
          </p:sp>
        </mc:Choice>
        <mc:Fallback xmlns="">
          <p:sp>
            <p:nvSpPr>
              <p:cNvPr id="2" name="Content Placeholder 2">
                <a:extLst>
                  <a:ext uri="{FF2B5EF4-FFF2-40B4-BE49-F238E27FC236}">
                    <a16:creationId xmlns:a16="http://schemas.microsoft.com/office/drawing/2014/main" id="{8F759435-474F-88F9-0A50-721A71A56025}"/>
                  </a:ext>
                </a:extLst>
              </p:cNvPr>
              <p:cNvSpPr>
                <a:spLocks noGrp="1" noRot="1" noChangeAspect="1" noMove="1" noResize="1" noEditPoints="1" noAdjustHandles="1" noChangeArrowheads="1" noChangeShapeType="1" noTextEdit="1"/>
              </p:cNvSpPr>
              <p:nvPr>
                <p:ph idx="1"/>
              </p:nvPr>
            </p:nvSpPr>
            <p:spPr>
              <a:xfrm>
                <a:off x="721402" y="254672"/>
                <a:ext cx="8596668" cy="6443584"/>
              </a:xfrm>
              <a:blipFill>
                <a:blip r:embed="rId2"/>
                <a:stretch>
                  <a:fillRect t="-591" r="-590" b="-6890"/>
                </a:stretch>
              </a:blipFill>
            </p:spPr>
            <p:txBody>
              <a:bodyPr/>
              <a:lstStyle/>
              <a:p>
                <a:r>
                  <a:rPr lang="en-IL">
                    <a:noFill/>
                  </a:rPr>
                  <a:t> </a:t>
                </a:r>
              </a:p>
            </p:txBody>
          </p:sp>
        </mc:Fallback>
      </mc:AlternateContent>
    </p:spTree>
    <p:extLst>
      <p:ext uri="{BB962C8B-B14F-4D97-AF65-F5344CB8AC3E}">
        <p14:creationId xmlns:p14="http://schemas.microsoft.com/office/powerpoint/2010/main" val="4188546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33B7F5-EDF3-9328-012F-F1B8C787E865}"/>
              </a:ext>
            </a:extLst>
          </p:cNvPr>
          <p:cNvPicPr>
            <a:picLocks noChangeAspect="1"/>
          </p:cNvPicPr>
          <p:nvPr/>
        </p:nvPicPr>
        <p:blipFill>
          <a:blip r:embed="rId3"/>
          <a:stretch>
            <a:fillRect/>
          </a:stretch>
        </p:blipFill>
        <p:spPr>
          <a:xfrm>
            <a:off x="1761556" y="661012"/>
            <a:ext cx="7104494" cy="5227504"/>
          </a:xfrm>
          <a:prstGeom prst="rect">
            <a:avLst/>
          </a:prstGeom>
        </p:spPr>
      </p:pic>
      <p:sp>
        <p:nvSpPr>
          <p:cNvPr id="6" name="אליפסה 5">
            <a:extLst>
              <a:ext uri="{FF2B5EF4-FFF2-40B4-BE49-F238E27FC236}">
                <a16:creationId xmlns:a16="http://schemas.microsoft.com/office/drawing/2014/main" id="{B3E915DF-B61A-4064-A763-2DECDF357B89}"/>
              </a:ext>
            </a:extLst>
          </p:cNvPr>
          <p:cNvSpPr/>
          <p:nvPr/>
        </p:nvSpPr>
        <p:spPr>
          <a:xfrm>
            <a:off x="8011110" y="4523896"/>
            <a:ext cx="302696" cy="2886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457200" rtl="1" eaLnBrk="1" latinLnBrk="0" hangingPunct="1"/>
            <a:endParaRPr lang="he-IL"/>
          </a:p>
        </p:txBody>
      </p:sp>
    </p:spTree>
    <p:extLst>
      <p:ext uri="{BB962C8B-B14F-4D97-AF65-F5344CB8AC3E}">
        <p14:creationId xmlns:p14="http://schemas.microsoft.com/office/powerpoint/2010/main" val="3126731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42039C9-7623-71E6-4483-233AA4F2E81F}"/>
                  </a:ext>
                </a:extLst>
              </p:cNvPr>
              <p:cNvSpPr>
                <a:spLocks noGrp="1"/>
              </p:cNvSpPr>
              <p:nvPr>
                <p:ph idx="1"/>
              </p:nvPr>
            </p:nvSpPr>
            <p:spPr>
              <a:xfrm>
                <a:off x="721402" y="134592"/>
                <a:ext cx="8596668" cy="6443584"/>
              </a:xfrm>
            </p:spPr>
            <p:txBody>
              <a:bodyPr>
                <a:normAutofit/>
              </a:bodyPr>
              <a:lstStyle/>
              <a:p>
                <a:pPr marL="0" indent="0" algn="r" defTabSz="457200" rtl="1" eaLnBrk="1" latinLnBrk="0" hangingPunct="1">
                  <a:lnSpc>
                    <a:spcPct val="120000"/>
                  </a:lnSpc>
                  <a:spcBef>
                    <a:spcPts val="1000"/>
                  </a:spcBef>
                  <a:spcAft>
                    <a:spcPts val="0"/>
                  </a:spcAft>
                  <a:buClr>
                    <a:schemeClr val="accent1"/>
                  </a:buClr>
                  <a:buSzPct val="80000"/>
                  <a:buNone/>
                </a:pPr>
                <a:r>
                  <a:rPr lang="he-IL" dirty="0"/>
                  <a:t>הפונקציה </a:t>
                </a:r>
                <a:r>
                  <a:rPr lang="en-US" dirty="0"/>
                  <a:t>g</a:t>
                </a:r>
                <a:r>
                  <a:rPr lang="he-IL" dirty="0"/>
                  <a:t> היא:</a:t>
                </a:r>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e>
                    </m:d>
                    <m:r>
                      <a:rPr lang="en-US" b="0" i="1" smtClean="0">
                        <a:latin typeface="Cambria Math" panose="02040503050406030204" pitchFamily="18" charset="0"/>
                      </a:rPr>
                      <m:t>=</m:t>
                    </m:r>
                    <m:nary>
                      <m:naryPr>
                        <m:chr m:val="∑"/>
                        <m:subHide m:val="on"/>
                        <m:supHide m:val="on"/>
                        <m:ctrlPr>
                          <a:rPr lang="he-IL" b="0" i="1" smtClean="0">
                            <a:latin typeface="Cambria Math" panose="02040503050406030204" pitchFamily="18" charset="0"/>
                          </a:rPr>
                        </m:ctrlPr>
                      </m:naryPr>
                      <m:sub/>
                      <m:sup/>
                      <m:e>
                        <m:r>
                          <a:rPr lang="en-US" b="0" i="1" smtClean="0">
                            <a:latin typeface="Cambria Math" panose="02040503050406030204" pitchFamily="18" charset="0"/>
                          </a:rPr>
                          <m:t>(1,3,7,10,11,12,14,15)</m:t>
                        </m:r>
                      </m:e>
                    </m:nary>
                  </m:oMath>
                </a14:m>
                <a:endParaRPr lang="en-US" dirty="0"/>
              </a:p>
              <a:p>
                <a:pPr marL="0" indent="0" algn="r" defTabSz="457200" rtl="1" eaLnBrk="1" latinLnBrk="0" hangingPunct="1">
                  <a:lnSpc>
                    <a:spcPct val="120000"/>
                  </a:lnSpc>
                  <a:spcBef>
                    <a:spcPts val="1000"/>
                  </a:spcBef>
                  <a:spcAft>
                    <a:spcPts val="0"/>
                  </a:spcAft>
                  <a:buClr>
                    <a:schemeClr val="accent1"/>
                  </a:buClr>
                  <a:buSzPct val="80000"/>
                  <a:buNone/>
                </a:pPr>
                <a:r>
                  <a:rPr lang="he-IL" dirty="0"/>
                  <a:t>הפונקציה </a:t>
                </a:r>
                <a:r>
                  <a:rPr lang="en-US" dirty="0"/>
                  <a:t>f</a:t>
                </a:r>
                <a:r>
                  <a:rPr lang="he-IL" dirty="0"/>
                  <a:t> הינה:</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e>
                    </m:d>
                    <m:r>
                      <a:rPr lang="en-US" b="0" i="1" smtClean="0">
                        <a:latin typeface="Cambria Math" panose="02040503050406030204" pitchFamily="18" charset="0"/>
                      </a:rPr>
                      <m:t>=</m:t>
                    </m:r>
                    <m:nary>
                      <m:naryPr>
                        <m:chr m:val="∑"/>
                        <m:subHide m:val="on"/>
                        <m:supHide m:val="on"/>
                        <m:ctrlPr>
                          <a:rPr lang="he-IL" i="1">
                            <a:latin typeface="Cambria Math" panose="02040503050406030204" pitchFamily="18" charset="0"/>
                          </a:rPr>
                        </m:ctrlPr>
                      </m:naryPr>
                      <m:sub/>
                      <m:sup/>
                      <m:e>
                        <m:d>
                          <m:dPr>
                            <m:ctrlPr>
                              <a:rPr lang="en-US" b="0" i="1" smtClean="0">
                                <a:latin typeface="Cambria Math" panose="02040503050406030204" pitchFamily="18" charset="0"/>
                              </a:rPr>
                            </m:ctrlPr>
                          </m:dPr>
                          <m:e>
                            <m:r>
                              <a:rPr lang="en-US" b="0" i="1" smtClean="0">
                                <a:latin typeface="Cambria Math" panose="02040503050406030204" pitchFamily="18" charset="0"/>
                              </a:rPr>
                              <m:t>0,1,3,4,7,9,15</m:t>
                            </m:r>
                          </m:e>
                        </m:d>
                        <m:r>
                          <a:rPr lang="en-US" b="0" i="1" smtClean="0">
                            <a:latin typeface="Cambria Math" panose="02040503050406030204" pitchFamily="18" charset="0"/>
                          </a:rPr>
                          <m:t>+</m:t>
                        </m:r>
                        <m:nary>
                          <m:naryPr>
                            <m:chr m:val="∑"/>
                            <m:subHide m:val="on"/>
                            <m:supHide m:val="on"/>
                            <m:ctrlPr>
                              <a:rPr lang="he-IL" i="1">
                                <a:latin typeface="Cambria Math" panose="02040503050406030204" pitchFamily="18" charset="0"/>
                              </a:rPr>
                            </m:ctrlPr>
                          </m:naryPr>
                          <m:sub/>
                          <m:sup/>
                          <m:e>
                            <m:r>
                              <a:rPr lang="en-US" b="0" i="1" smtClean="0">
                                <a:latin typeface="Cambria Math" panose="02040503050406030204" pitchFamily="18" charset="0"/>
                              </a:rPr>
                              <m:t>𝜙</m:t>
                            </m:r>
                            <m:r>
                              <a:rPr lang="en-US" i="1">
                                <a:latin typeface="Cambria Math" panose="02040503050406030204" pitchFamily="18" charset="0"/>
                              </a:rPr>
                              <m:t>(</m:t>
                            </m:r>
                            <m:r>
                              <a:rPr lang="en-US" b="0" i="1" smtClean="0">
                                <a:latin typeface="Cambria Math" panose="02040503050406030204" pitchFamily="18" charset="0"/>
                              </a:rPr>
                              <m:t>2,8</m:t>
                            </m:r>
                            <m:r>
                              <a:rPr lang="en-US" i="1">
                                <a:latin typeface="Cambria Math" panose="02040503050406030204" pitchFamily="18" charset="0"/>
                              </a:rPr>
                              <m:t>)</m:t>
                            </m:r>
                          </m:e>
                        </m:nary>
                      </m:e>
                    </m:nary>
                  </m:oMath>
                </a14:m>
                <a:endParaRPr lang="he-IL" dirty="0"/>
              </a:p>
              <a:p>
                <a:pPr marL="0" indent="0" algn="r" defTabSz="457200" rtl="1" eaLnBrk="1" latinLnBrk="0" hangingPunct="1">
                  <a:lnSpc>
                    <a:spcPct val="120000"/>
                  </a:lnSpc>
                  <a:spcBef>
                    <a:spcPts val="1000"/>
                  </a:spcBef>
                  <a:spcAft>
                    <a:spcPts val="0"/>
                  </a:spcAft>
                  <a:buClr>
                    <a:schemeClr val="accent1"/>
                  </a:buClr>
                  <a:buSzPct val="80000"/>
                  <a:buNone/>
                </a:pPr>
                <a:r>
                  <a:rPr lang="he-IL" dirty="0"/>
                  <a:t>כלומר, הפונקציה </a:t>
                </a:r>
                <a:r>
                  <a:rPr lang="en-US" dirty="0"/>
                  <a:t>h</a:t>
                </a:r>
                <a:r>
                  <a:rPr lang="he-IL" dirty="0"/>
                  <a:t> הינה:</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e>
                    </m:d>
                    <m:r>
                      <a:rPr lang="en-US" b="0" i="1" smtClean="0">
                        <a:latin typeface="Cambria Math" panose="02040503050406030204" pitchFamily="18" charset="0"/>
                      </a:rPr>
                      <m:t>=</m:t>
                    </m:r>
                    <m:nary>
                      <m:naryPr>
                        <m:chr m:val="∑"/>
                        <m:subHide m:val="on"/>
                        <m:supHide m:val="on"/>
                        <m:ctrlPr>
                          <a:rPr lang="he-IL" i="1">
                            <a:latin typeface="Cambria Math" panose="02040503050406030204" pitchFamily="18" charset="0"/>
                          </a:rPr>
                        </m:ctrlPr>
                      </m:naryPr>
                      <m:sub/>
                      <m:sup/>
                      <m:e>
                        <m:r>
                          <a:rPr lang="en-US" i="1">
                            <a:latin typeface="Cambria Math" panose="02040503050406030204" pitchFamily="18" charset="0"/>
                          </a:rPr>
                          <m:t>(</m:t>
                        </m:r>
                        <m:r>
                          <a:rPr lang="en-US" b="0" i="1" smtClean="0">
                            <a:latin typeface="Cambria Math" panose="02040503050406030204" pitchFamily="18" charset="0"/>
                          </a:rPr>
                          <m:t>0,4,9,10,11,12,14</m:t>
                        </m:r>
                        <m:r>
                          <a:rPr lang="en-US" i="1">
                            <a:latin typeface="Cambria Math" panose="02040503050406030204" pitchFamily="18" charset="0"/>
                          </a:rPr>
                          <m:t>)</m:t>
                        </m:r>
                      </m:e>
                    </m:nary>
                    <m:r>
                      <a:rPr lang="en-US" i="1">
                        <a:latin typeface="Cambria Math" panose="02040503050406030204" pitchFamily="18" charset="0"/>
                      </a:rPr>
                      <m:t>+</m:t>
                    </m:r>
                    <m:nary>
                      <m:naryPr>
                        <m:chr m:val="∑"/>
                        <m:subHide m:val="on"/>
                        <m:supHide m:val="on"/>
                        <m:ctrlPr>
                          <a:rPr lang="he-IL" i="1">
                            <a:latin typeface="Cambria Math" panose="02040503050406030204" pitchFamily="18" charset="0"/>
                          </a:rPr>
                        </m:ctrlPr>
                      </m:naryPr>
                      <m:sub/>
                      <m:sup/>
                      <m:e>
                        <m:r>
                          <a:rPr lang="en-US" i="1">
                            <a:latin typeface="Cambria Math" panose="02040503050406030204" pitchFamily="18" charset="0"/>
                          </a:rPr>
                          <m:t>𝜙</m:t>
                        </m:r>
                        <m:r>
                          <a:rPr lang="en-US" i="1">
                            <a:latin typeface="Cambria Math" panose="02040503050406030204" pitchFamily="18" charset="0"/>
                          </a:rPr>
                          <m:t>(2,8)</m:t>
                        </m:r>
                      </m:e>
                    </m:nary>
                  </m:oMath>
                </a14:m>
                <a:endParaRPr lang="en-US" dirty="0"/>
              </a:p>
              <a:p>
                <a:pPr marL="0" indent="0" algn="r" rtl="1">
                  <a:buNone/>
                </a:pPr>
                <a:endParaRPr lang="en-US" dirty="0"/>
              </a:p>
              <a:p>
                <a:pPr marL="0" indent="0" algn="r" rtl="1">
                  <a:buNone/>
                </a:pPr>
                <a:endParaRPr lang="en-US" dirty="0"/>
              </a:p>
              <a:p>
                <a:pPr marL="0" indent="0" algn="r" rtl="1">
                  <a:buNone/>
                </a:pPr>
                <a:endParaRPr lang="en-US" dirty="0"/>
              </a:p>
              <a:p>
                <a:pPr marL="0" indent="0" algn="r" rtl="1">
                  <a:buNone/>
                </a:pPr>
                <a:endParaRPr lang="en-US" dirty="0"/>
              </a:p>
              <a:p>
                <a:pPr marL="0" indent="0" algn="r" rtl="1">
                  <a:buNone/>
                </a:pPr>
                <a:endParaRPr lang="en-US" dirty="0"/>
              </a:p>
              <a:p>
                <a:pPr marL="0" indent="0" algn="r" rtl="1">
                  <a:buNone/>
                </a:pPr>
                <a:endParaRPr lang="en-US" dirty="0"/>
              </a:p>
              <a:p>
                <a:pPr marL="0" indent="0" algn="r" rtl="1">
                  <a:buNone/>
                </a:pPr>
                <a:endParaRPr lang="en-US" dirty="0"/>
              </a:p>
              <a:p>
                <a:pPr marL="0" indent="0" algn="r" rtl="1">
                  <a:buNone/>
                </a:pPr>
                <a:endParaRPr lang="en-US" dirty="0"/>
              </a:p>
              <a:p>
                <a:pPr marL="0" indent="0" algn="r" rtl="1">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h</m:t>
                      </m:r>
                      <m:d>
                        <m:dPr>
                          <m:ctrlPr>
                            <a:rPr lang="en-US" i="1">
                              <a:latin typeface="Cambria Math" panose="02040503050406030204" pitchFamily="18" charset="0"/>
                            </a:rPr>
                          </m:ctrlPr>
                        </m:dPr>
                        <m:e>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𝑧</m:t>
                          </m:r>
                        </m:e>
                      </m:d>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𝑤</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𝑤</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𝑤</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𝑥𝑧</m:t>
                              </m:r>
                            </m:e>
                          </m:d>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𝑤</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𝑥𝑧</m:t>
                              </m:r>
                            </m:e>
                          </m:d>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0"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𝛽</m:t>
                      </m:r>
                      <m:r>
                        <a:rPr lang="en-US" b="0" i="0" smtClean="0">
                          <a:latin typeface="Cambria Math" panose="02040503050406030204" pitchFamily="18" charset="0"/>
                        </a:rPr>
                        <m:t>)′</m:t>
                      </m:r>
                    </m:oMath>
                  </m:oMathPara>
                </a14:m>
                <a:endParaRPr lang="en-US" b="0" dirty="0"/>
              </a:p>
              <a:p>
                <a:pPr marL="0" indent="0" algn="r" rtl="1">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𝑁𝐴𝑁𝐷</m:t>
                      </m:r>
                      <m:d>
                        <m:dPr>
                          <m:ctrlPr>
                            <a:rPr lang="en-US" b="0" i="1" smtClean="0">
                              <a:latin typeface="Cambria Math" panose="02040503050406030204" pitchFamily="18" charset="0"/>
                            </a:rPr>
                          </m:ctrlPr>
                        </m:dPr>
                        <m:e>
                          <m:r>
                            <a:rPr lang="en-US" b="0" i="1" smtClean="0">
                              <a:latin typeface="Cambria Math" panose="02040503050406030204" pitchFamily="18" charset="0"/>
                            </a:rPr>
                            <m:t>𝑁𝐴𝑁𝐷</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𝑁𝐴𝑁𝐷</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𝑧</m:t>
                              </m:r>
                            </m:e>
                          </m:d>
                        </m:e>
                      </m:d>
                    </m:oMath>
                  </m:oMathPara>
                </a14:m>
                <a:endParaRPr lang="en-US" b="0" dirty="0"/>
              </a:p>
              <a:p>
                <a:pPr marL="0" indent="0" algn="r" rtl="1">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𝑁𝐴𝑁𝐷</m:t>
                      </m:r>
                      <m:d>
                        <m:dPr>
                          <m:ctrlPr>
                            <a:rPr lang="en-US" b="0" i="1" smtClean="0">
                              <a:latin typeface="Cambria Math" panose="02040503050406030204" pitchFamily="18" charset="0"/>
                            </a:rPr>
                          </m:ctrlPr>
                        </m:dPr>
                        <m:e>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𝑁𝐴𝑁𝐷</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𝑧</m:t>
                              </m:r>
                            </m:e>
                          </m:d>
                        </m:e>
                      </m:d>
                    </m:oMath>
                  </m:oMathPara>
                </a14:m>
                <a:endParaRPr lang="en-US" b="0" dirty="0"/>
              </a:p>
              <a:p>
                <a:pPr marL="0" indent="0" algn="r" rtl="1">
                  <a:buNone/>
                </a:pPr>
                <a:r>
                  <a:rPr lang="he-IL" b="0" dirty="0"/>
                  <a:t>סה״כ שישה שערי </a:t>
                </a:r>
                <a:r>
                  <a:rPr lang="en-US" b="0" dirty="0"/>
                  <a:t>NAND</a:t>
                </a:r>
                <a:r>
                  <a:rPr lang="he-IL" b="0" dirty="0"/>
                  <a:t>.</a:t>
                </a:r>
                <a:endParaRPr lang="en-US" b="0" dirty="0"/>
              </a:p>
              <a:p>
                <a:pPr marL="0" indent="0" algn="r" rtl="1">
                  <a:buNone/>
                </a:pPr>
                <a:endParaRPr lang="he-IL" dirty="0"/>
              </a:p>
            </p:txBody>
          </p:sp>
        </mc:Choice>
        <mc:Fallback xmlns="">
          <p:sp>
            <p:nvSpPr>
              <p:cNvPr id="4" name="Content Placeholder 2">
                <a:extLst>
                  <a:ext uri="{FF2B5EF4-FFF2-40B4-BE49-F238E27FC236}">
                    <a16:creationId xmlns:a16="http://schemas.microsoft.com/office/drawing/2014/main" id="{A42039C9-7623-71E6-4483-233AA4F2E81F}"/>
                  </a:ext>
                </a:extLst>
              </p:cNvPr>
              <p:cNvSpPr>
                <a:spLocks noGrp="1" noRot="1" noChangeAspect="1" noMove="1" noResize="1" noEditPoints="1" noAdjustHandles="1" noChangeArrowheads="1" noChangeShapeType="1" noTextEdit="1"/>
              </p:cNvSpPr>
              <p:nvPr>
                <p:ph idx="1"/>
              </p:nvPr>
            </p:nvSpPr>
            <p:spPr>
              <a:xfrm>
                <a:off x="721402" y="134592"/>
                <a:ext cx="8596668" cy="6443584"/>
              </a:xfrm>
              <a:blipFill>
                <a:blip r:embed="rId2"/>
                <a:stretch>
                  <a:fillRect t="-6102" r="-59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graphicFrame>
            <p:nvGraphicFramePr>
              <p:cNvPr id="5" name="Table 59">
                <a:extLst>
                  <a:ext uri="{FF2B5EF4-FFF2-40B4-BE49-F238E27FC236}">
                    <a16:creationId xmlns:a16="http://schemas.microsoft.com/office/drawing/2014/main" id="{8F4A64A5-F311-DAA4-AAF8-807E9BEBFB5B}"/>
                  </a:ext>
                </a:extLst>
              </p:cNvPr>
              <p:cNvGraphicFramePr>
                <a:graphicFrameLocks noGrp="1"/>
              </p:cNvGraphicFramePr>
              <p:nvPr>
                <p:extLst>
                  <p:ext uri="{D42A27DB-BD31-4B8C-83A1-F6EECF244321}">
                    <p14:modId xmlns:p14="http://schemas.microsoft.com/office/powerpoint/2010/main" val="3785750378"/>
                  </p:ext>
                </p:extLst>
              </p:nvPr>
            </p:nvGraphicFramePr>
            <p:xfrm>
              <a:off x="3686236" y="1461482"/>
              <a:ext cx="2667000" cy="2743200"/>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54864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48640">
                    <a:tc>
                      <a:txBody>
                        <a:bodyPr/>
                        <a:lstStyle/>
                        <a:p>
                          <a:pPr algn="ctr"/>
                          <a:r>
                            <a:rPr lang="en-US" dirty="0">
                              <a:solidFill>
                                <a:schemeClr val="tx1"/>
                              </a:solidFill>
                            </a:rPr>
                            <a:t>00</a:t>
                          </a:r>
                        </a:p>
                      </a:txBody>
                      <a:tcPr anchor="ct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en-US" b="0" i="1" kern="1200" smtClean="0">
                                    <a:solidFill>
                                      <a:schemeClr val="tx1"/>
                                    </a:solidFill>
                                    <a:latin typeface="Cambria Math" panose="02040503050406030204" pitchFamily="18" charset="0"/>
                                    <a:ea typeface="+mn-ea"/>
                                    <a:cs typeface="Arial" charset="0"/>
                                  </a:rPr>
                                  <m:t>1</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548640">
                    <a:tc>
                      <a:txBody>
                        <a:bodyPr/>
                        <a:lstStyle/>
                        <a:p>
                          <a:pPr algn="ctr"/>
                          <a:r>
                            <a:rPr lang="en-US" dirty="0">
                              <a:solidFill>
                                <a:schemeClr val="tx1"/>
                              </a:solidFill>
                            </a:rPr>
                            <a:t>01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he-IL" b="0" i="1" kern="1200" smtClean="0">
                                    <a:solidFill>
                                      <a:schemeClr val="tx1"/>
                                    </a:solidFill>
                                    <a:latin typeface="Cambria Math" panose="02040503050406030204" pitchFamily="18" charset="0"/>
                                    <a:ea typeface="+mn-ea"/>
                                    <a:cs typeface="Arial" charset="0"/>
                                  </a:rPr>
                                  <m:t>0</m:t>
                                </m:r>
                              </m:oMath>
                            </m:oMathPara>
                          </a14:m>
                          <a:endParaRPr lang="en-US" b="0"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en-US" b="0" i="1" kern="1200" smtClean="0">
                                    <a:solidFill>
                                      <a:schemeClr val="tx1"/>
                                    </a:solidFill>
                                    <a:latin typeface="Cambria Math" panose="02040503050406030204" pitchFamily="18" charset="0"/>
                                    <a:ea typeface="+mn-ea"/>
                                    <a:cs typeface="Arial" charset="0"/>
                                  </a:rPr>
                                  <m:t>1</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548640">
                    <a:tc>
                      <a:txBody>
                        <a:bodyPr/>
                        <a:lstStyle/>
                        <a:p>
                          <a:pPr algn="ctr"/>
                          <a:r>
                            <a:rPr lang="en-US" dirty="0">
                              <a:solidFill>
                                <a:schemeClr val="tx1"/>
                              </a:solidFill>
                            </a:rPr>
                            <a:t>11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en-US" b="0" i="1" kern="1200" smtClean="0">
                                    <a:solidFill>
                                      <a:schemeClr val="tx1"/>
                                    </a:solidFill>
                                    <a:latin typeface="Cambria Math" panose="02040503050406030204" pitchFamily="18" charset="0"/>
                                    <a:ea typeface="+mn-ea"/>
                                    <a:cs typeface="Arial" charset="0"/>
                                  </a:rPr>
                                  <m:t>0</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he-IL" b="0" i="1" kern="1200" smtClean="0">
                                    <a:solidFill>
                                      <a:schemeClr val="tx1"/>
                                    </a:solidFill>
                                    <a:latin typeface="Cambria Math" panose="02040503050406030204" pitchFamily="18" charset="0"/>
                                    <a:ea typeface="+mn-ea"/>
                                    <a:cs typeface="Arial" charset="0"/>
                                  </a:rPr>
                                  <m:t>0</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en-US" b="0" i="1" kern="1200" smtClean="0">
                                    <a:solidFill>
                                      <a:schemeClr val="tx1"/>
                                    </a:solidFill>
                                    <a:latin typeface="Cambria Math" panose="02040503050406030204" pitchFamily="18" charset="0"/>
                                    <a:ea typeface="+mn-ea"/>
                                    <a:cs typeface="Arial" charset="0"/>
                                  </a:rPr>
                                  <m:t>1</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r h="548640">
                    <a:tc>
                      <a:txBody>
                        <a:bodyPr/>
                        <a:lstStyle/>
                        <a:p>
                          <a:pPr algn="ctr"/>
                          <a:r>
                            <a:rPr lang="en-US" dirty="0">
                              <a:solidFill>
                                <a:schemeClr val="tx1"/>
                              </a:solidFill>
                            </a:rPr>
                            <a:t>10</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m:rPr>
                                    <m:sty m:val="p"/>
                                  </m:rPr>
                                  <a:rPr lang="el-GR" b="0" i="1" kern="1200" smtClean="0">
                                    <a:solidFill>
                                      <a:schemeClr val="tx1"/>
                                    </a:solidFill>
                                    <a:latin typeface="Cambria Math" panose="02040503050406030204" pitchFamily="18" charset="0"/>
                                    <a:ea typeface="+mn-ea"/>
                                    <a:cs typeface="Arial" charset="0"/>
                                  </a:rPr>
                                  <m:t>Φ</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en-US" b="0" i="1" kern="1200" smtClean="0">
                                    <a:solidFill>
                                      <a:schemeClr val="tx1"/>
                                    </a:solidFill>
                                    <a:latin typeface="Cambria Math" panose="02040503050406030204" pitchFamily="18" charset="0"/>
                                    <a:ea typeface="+mn-ea"/>
                                    <a:cs typeface="Arial" charset="0"/>
                                  </a:rPr>
                                  <m:t>0</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14:m>
                            <m:oMathPara xmlns:m="http://schemas.openxmlformats.org/officeDocument/2006/math">
                              <m:oMathParaPr>
                                <m:jc m:val="centerGroup"/>
                              </m:oMathParaPr>
                              <m:oMath xmlns:m="http://schemas.openxmlformats.org/officeDocument/2006/math">
                                <m:r>
                                  <a:rPr lang="en-US" b="0" i="1" kern="1200" smtClean="0">
                                    <a:solidFill>
                                      <a:schemeClr val="tx1"/>
                                    </a:solidFill>
                                    <a:latin typeface="Cambria Math" panose="02040503050406030204" pitchFamily="18" charset="0"/>
                                    <a:ea typeface="+mn-ea"/>
                                    <a:cs typeface="Arial" charset="0"/>
                                  </a:rPr>
                                  <m:t>1</m:t>
                                </m:r>
                              </m:oMath>
                            </m:oMathPara>
                          </a14:m>
                          <a:endParaRPr lang="en-US" kern="1200" dirty="0">
                            <a:solidFill>
                              <a:schemeClr val="tx1"/>
                            </a:solidFill>
                            <a:latin typeface="Arial" charset="0"/>
                            <a:ea typeface="+mn-ea"/>
                            <a:cs typeface="Arial"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4"/>
                      </a:ext>
                    </a:extLst>
                  </a:tr>
                </a:tbl>
              </a:graphicData>
            </a:graphic>
          </p:graphicFrame>
        </mc:Choice>
        <mc:Fallback xmlns="">
          <p:graphicFrame>
            <p:nvGraphicFramePr>
              <p:cNvPr id="5" name="Table 59">
                <a:extLst>
                  <a:ext uri="{FF2B5EF4-FFF2-40B4-BE49-F238E27FC236}">
                    <a16:creationId xmlns:a16="http://schemas.microsoft.com/office/drawing/2014/main" id="{8F4A64A5-F311-DAA4-AAF8-807E9BEBFB5B}"/>
                  </a:ext>
                </a:extLst>
              </p:cNvPr>
              <p:cNvGraphicFramePr>
                <a:graphicFrameLocks noGrp="1"/>
              </p:cNvGraphicFramePr>
              <p:nvPr>
                <p:extLst>
                  <p:ext uri="{D42A27DB-BD31-4B8C-83A1-F6EECF244321}">
                    <p14:modId xmlns:p14="http://schemas.microsoft.com/office/powerpoint/2010/main" val="3785750378"/>
                  </p:ext>
                </p:extLst>
              </p:nvPr>
            </p:nvGraphicFramePr>
            <p:xfrm>
              <a:off x="3686236" y="1461482"/>
              <a:ext cx="2667000" cy="2743200"/>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54864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48640">
                    <a:tc>
                      <a:txBody>
                        <a:bodyPr/>
                        <a:lstStyle/>
                        <a:p>
                          <a:pPr algn="ctr"/>
                          <a:r>
                            <a:rPr lang="en-US" dirty="0">
                              <a:solidFill>
                                <a:schemeClr val="tx1"/>
                              </a:solidFill>
                            </a:rPr>
                            <a:t>00</a:t>
                          </a:r>
                        </a:p>
                      </a:txBody>
                      <a:tcPr anchor="ct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97674" t="-100000" r="-197674" b="-297727"/>
                          </a:stretch>
                        </a:blip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404762" t="-100000" r="-2381" b="-297727"/>
                          </a:stretch>
                        </a:blipFill>
                      </a:tcPr>
                    </a:tc>
                    <a:extLst>
                      <a:ext uri="{0D108BD9-81ED-4DB2-BD59-A6C34878D82A}">
                        <a16:rowId xmlns:a16="http://schemas.microsoft.com/office/drawing/2014/main" val="10001"/>
                      </a:ext>
                    </a:extLst>
                  </a:tr>
                  <a:tr h="548640">
                    <a:tc>
                      <a:txBody>
                        <a:bodyPr/>
                        <a:lstStyle/>
                        <a:p>
                          <a:pPr algn="ctr"/>
                          <a:r>
                            <a:rPr lang="en-US" dirty="0">
                              <a:solidFill>
                                <a:schemeClr val="tx1"/>
                              </a:solidFill>
                            </a:rPr>
                            <a:t>01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4762" t="-204651" r="-102381" b="-204651"/>
                          </a:stretch>
                        </a:blip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404762" t="-204651" r="-2381" b="-204651"/>
                          </a:stretch>
                        </a:blipFill>
                      </a:tcPr>
                    </a:tc>
                    <a:extLst>
                      <a:ext uri="{0D108BD9-81ED-4DB2-BD59-A6C34878D82A}">
                        <a16:rowId xmlns:a16="http://schemas.microsoft.com/office/drawing/2014/main" val="10002"/>
                      </a:ext>
                    </a:extLst>
                  </a:tr>
                  <a:tr h="548640">
                    <a:tc>
                      <a:txBody>
                        <a:bodyPr/>
                        <a:lstStyle/>
                        <a:p>
                          <a:pPr algn="ctr"/>
                          <a:r>
                            <a:rPr lang="en-US" dirty="0">
                              <a:solidFill>
                                <a:schemeClr val="tx1"/>
                              </a:solidFill>
                            </a:rPr>
                            <a:t>11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97674" t="-297727" r="-197674" b="-100000"/>
                          </a:stretch>
                        </a:blip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4762" t="-297727" r="-102381" b="-100000"/>
                          </a:stretch>
                        </a:blip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404762" t="-297727" r="-2381" b="-100000"/>
                          </a:stretch>
                        </a:blipFill>
                      </a:tcPr>
                    </a:tc>
                    <a:extLst>
                      <a:ext uri="{0D108BD9-81ED-4DB2-BD59-A6C34878D82A}">
                        <a16:rowId xmlns:a16="http://schemas.microsoft.com/office/drawing/2014/main" val="10003"/>
                      </a:ext>
                    </a:extLst>
                  </a:tr>
                  <a:tr h="548640">
                    <a:tc>
                      <a:txBody>
                        <a:bodyPr/>
                        <a:lstStyle/>
                        <a:p>
                          <a:pPr algn="ctr"/>
                          <a:r>
                            <a:rPr lang="en-US" dirty="0">
                              <a:solidFill>
                                <a:schemeClr val="tx1"/>
                              </a:solidFill>
                            </a:rPr>
                            <a:t>10</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2381" t="-406977" r="-304762" b="-2326"/>
                          </a:stretch>
                        </a:blip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97674" t="-406977" r="-197674" b="-2326"/>
                          </a:stretch>
                        </a:blipFill>
                      </a:tcPr>
                    </a:tc>
                    <a:tc>
                      <a:txBody>
                        <a:bodyPr/>
                        <a:lstStyle/>
                        <a:p>
                          <a:pPr algn="ctr" rtl="0" fontAlgn="base">
                            <a:spcBef>
                              <a:spcPct val="0"/>
                            </a:spcBef>
                            <a:spcAft>
                              <a:spcPct val="0"/>
                            </a:spcAft>
                          </a:pPr>
                          <a:r>
                            <a:rPr lang="en-US" kern="1200" dirty="0">
                              <a:solidFill>
                                <a:schemeClr val="tx1"/>
                              </a:solidFill>
                              <a:latin typeface="Arial" charset="0"/>
                              <a:ea typeface="+mn-ea"/>
                              <a:cs typeface="Arial"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en-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404762" t="-406977" r="-2381" b="-2326"/>
                          </a:stretch>
                        </a:blipFill>
                      </a:tcPr>
                    </a:tc>
                    <a:extLst>
                      <a:ext uri="{0D108BD9-81ED-4DB2-BD59-A6C34878D82A}">
                        <a16:rowId xmlns:a16="http://schemas.microsoft.com/office/drawing/2014/main" val="10004"/>
                      </a:ext>
                    </a:extLst>
                  </a:tr>
                </a:tbl>
              </a:graphicData>
            </a:graphic>
          </p:graphicFrame>
        </mc:Fallback>
      </mc:AlternateContent>
      <p:grpSp>
        <p:nvGrpSpPr>
          <p:cNvPr id="6" name="Group 12">
            <a:extLst>
              <a:ext uri="{FF2B5EF4-FFF2-40B4-BE49-F238E27FC236}">
                <a16:creationId xmlns:a16="http://schemas.microsoft.com/office/drawing/2014/main" id="{8902D9D2-FD6D-AC0A-74ED-103FF58C0F1D}"/>
              </a:ext>
            </a:extLst>
          </p:cNvPr>
          <p:cNvGrpSpPr>
            <a:grpSpLocks/>
          </p:cNvGrpSpPr>
          <p:nvPr/>
        </p:nvGrpSpPr>
        <p:grpSpPr bwMode="auto">
          <a:xfrm>
            <a:off x="3603686" y="1461482"/>
            <a:ext cx="695394" cy="597932"/>
            <a:chOff x="4876800" y="3200400"/>
            <a:chExt cx="695394" cy="597932"/>
          </a:xfrm>
        </p:grpSpPr>
        <p:cxnSp>
          <p:nvCxnSpPr>
            <p:cNvPr id="7" name="Straight Connector 60">
              <a:extLst>
                <a:ext uri="{FF2B5EF4-FFF2-40B4-BE49-F238E27FC236}">
                  <a16:creationId xmlns:a16="http://schemas.microsoft.com/office/drawing/2014/main" id="{4706F68B-2F9E-BB1F-5586-24A6005C5F44}"/>
                </a:ext>
              </a:extLst>
            </p:cNvPr>
            <p:cNvCxnSpPr/>
            <p:nvPr/>
          </p:nvCxnSpPr>
          <p:spPr>
            <a:xfrm rot="10800000">
              <a:off x="4953000" y="3325813"/>
              <a:ext cx="541338" cy="431800"/>
            </a:xfrm>
            <a:prstGeom prst="line">
              <a:avLst/>
            </a:prstGeom>
          </p:spPr>
          <p:style>
            <a:lnRef idx="1">
              <a:schemeClr val="dk1"/>
            </a:lnRef>
            <a:fillRef idx="0">
              <a:schemeClr val="dk1"/>
            </a:fillRef>
            <a:effectRef idx="0">
              <a:schemeClr val="dk1"/>
            </a:effectRef>
            <a:fontRef idx="minor">
              <a:schemeClr val="tx1"/>
            </a:fontRef>
          </p:style>
        </p:cxnSp>
        <p:sp>
          <p:nvSpPr>
            <p:cNvPr id="8" name="TextBox 61">
              <a:extLst>
                <a:ext uri="{FF2B5EF4-FFF2-40B4-BE49-F238E27FC236}">
                  <a16:creationId xmlns:a16="http://schemas.microsoft.com/office/drawing/2014/main" id="{23566BFE-273B-7F5F-742B-7D498FEECDC2}"/>
                </a:ext>
              </a:extLst>
            </p:cNvPr>
            <p:cNvSpPr txBox="1">
              <a:spLocks noChangeArrowheads="1"/>
            </p:cNvSpPr>
            <p:nvPr/>
          </p:nvSpPr>
          <p:spPr bwMode="auto">
            <a:xfrm>
              <a:off x="5105400" y="3200400"/>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he-IL" dirty="0" err="1"/>
                <a:t>wx</a:t>
              </a:r>
              <a:endParaRPr lang="en-US" altLang="he-IL" dirty="0"/>
            </a:p>
          </p:txBody>
        </p:sp>
        <p:sp>
          <p:nvSpPr>
            <p:cNvPr id="9" name="TextBox 62">
              <a:extLst>
                <a:ext uri="{FF2B5EF4-FFF2-40B4-BE49-F238E27FC236}">
                  <a16:creationId xmlns:a16="http://schemas.microsoft.com/office/drawing/2014/main" id="{13F785FC-8837-DADD-D7EC-CE5E8EDDAE46}"/>
                </a:ext>
              </a:extLst>
            </p:cNvPr>
            <p:cNvSpPr txBox="1">
              <a:spLocks noChangeArrowheads="1"/>
            </p:cNvSpPr>
            <p:nvPr/>
          </p:nvSpPr>
          <p:spPr bwMode="auto">
            <a:xfrm>
              <a:off x="4876800" y="3429000"/>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he-IL" dirty="0" err="1"/>
                <a:t>yz</a:t>
              </a:r>
              <a:endParaRPr lang="en-US" altLang="he-IL" dirty="0"/>
            </a:p>
          </p:txBody>
        </p:sp>
      </p:grpSp>
      <p:sp>
        <p:nvSpPr>
          <p:cNvPr id="13" name="Rounded Rectangle 15">
            <a:extLst>
              <a:ext uri="{FF2B5EF4-FFF2-40B4-BE49-F238E27FC236}">
                <a16:creationId xmlns:a16="http://schemas.microsoft.com/office/drawing/2014/main" id="{022B7FD9-650D-A5F5-511F-E46C578F35AC}"/>
              </a:ext>
            </a:extLst>
          </p:cNvPr>
          <p:cNvSpPr/>
          <p:nvPr/>
        </p:nvSpPr>
        <p:spPr>
          <a:xfrm>
            <a:off x="4299079" y="2059414"/>
            <a:ext cx="1847513" cy="36627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algn="ctr" defTabSz="457200" rtl="0" eaLnBrk="1" latinLnBrk="0" hangingPunct="1">
              <a:defRPr/>
            </a:pPr>
            <a:endParaRPr lang="en-US"/>
          </a:p>
        </p:txBody>
      </p:sp>
      <p:sp>
        <p:nvSpPr>
          <p:cNvPr id="14" name="Rounded Rectangle 15">
            <a:extLst>
              <a:ext uri="{FF2B5EF4-FFF2-40B4-BE49-F238E27FC236}">
                <a16:creationId xmlns:a16="http://schemas.microsoft.com/office/drawing/2014/main" id="{88DE97D2-CC61-B935-88CC-EB04948A5682}"/>
              </a:ext>
            </a:extLst>
          </p:cNvPr>
          <p:cNvSpPr/>
          <p:nvPr/>
        </p:nvSpPr>
        <p:spPr>
          <a:xfrm>
            <a:off x="5867499" y="2059415"/>
            <a:ext cx="431493" cy="200580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algn="ctr" defTabSz="457200" rtl="0" eaLnBrk="1" latinLnBrk="0" hangingPunct="1">
              <a:defRPr/>
            </a:pPr>
            <a:endParaRPr lang="en-US"/>
          </a:p>
        </p:txBody>
      </p:sp>
      <p:sp>
        <p:nvSpPr>
          <p:cNvPr id="15" name="Rounded Rectangle 15">
            <a:extLst>
              <a:ext uri="{FF2B5EF4-FFF2-40B4-BE49-F238E27FC236}">
                <a16:creationId xmlns:a16="http://schemas.microsoft.com/office/drawing/2014/main" id="{8A75331F-7913-8FCC-32F2-4F0CAAFC27F5}"/>
              </a:ext>
            </a:extLst>
          </p:cNvPr>
          <p:cNvSpPr/>
          <p:nvPr/>
        </p:nvSpPr>
        <p:spPr>
          <a:xfrm>
            <a:off x="5360723" y="3743161"/>
            <a:ext cx="938269" cy="36627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algn="ctr" defTabSz="457200" rtl="0" eaLnBrk="1" latinLnBrk="0" hangingPunct="1">
              <a:defRPr/>
            </a:pPr>
            <a:endParaRPr lang="en-US"/>
          </a:p>
        </p:txBody>
      </p:sp>
      <p:sp>
        <p:nvSpPr>
          <p:cNvPr id="16" name="Rounded Rectangle 15">
            <a:extLst>
              <a:ext uri="{FF2B5EF4-FFF2-40B4-BE49-F238E27FC236}">
                <a16:creationId xmlns:a16="http://schemas.microsoft.com/office/drawing/2014/main" id="{390F176F-9D0A-A5B9-89F6-920EF7106EBC}"/>
              </a:ext>
            </a:extLst>
          </p:cNvPr>
          <p:cNvSpPr/>
          <p:nvPr/>
        </p:nvSpPr>
        <p:spPr>
          <a:xfrm>
            <a:off x="5290873" y="2059414"/>
            <a:ext cx="938269" cy="36627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algn="ctr" defTabSz="457200" rtl="0" eaLnBrk="1" latinLnBrk="0" hangingPunct="1">
              <a:defRPr/>
            </a:pPr>
            <a:endParaRPr lang="en-US"/>
          </a:p>
        </p:txBody>
      </p:sp>
    </p:spTree>
    <p:extLst>
      <p:ext uri="{BB962C8B-B14F-4D97-AF65-F5344CB8AC3E}">
        <p14:creationId xmlns:p14="http://schemas.microsoft.com/office/powerpoint/2010/main" val="230634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503C82-4D9E-DACD-B8B5-588194F9862A}"/>
              </a:ext>
            </a:extLst>
          </p:cNvPr>
          <p:cNvPicPr>
            <a:picLocks noChangeAspect="1"/>
          </p:cNvPicPr>
          <p:nvPr/>
        </p:nvPicPr>
        <p:blipFill>
          <a:blip r:embed="rId3"/>
          <a:stretch>
            <a:fillRect/>
          </a:stretch>
        </p:blipFill>
        <p:spPr>
          <a:xfrm>
            <a:off x="1569836" y="236862"/>
            <a:ext cx="7772400" cy="5943599"/>
          </a:xfrm>
          <a:prstGeom prst="rect">
            <a:avLst/>
          </a:prstGeom>
        </p:spPr>
      </p:pic>
      <p:sp>
        <p:nvSpPr>
          <p:cNvPr id="6" name="אליפסה 5">
            <a:extLst>
              <a:ext uri="{FF2B5EF4-FFF2-40B4-BE49-F238E27FC236}">
                <a16:creationId xmlns:a16="http://schemas.microsoft.com/office/drawing/2014/main" id="{F5181EF7-F1D9-07D6-F1D6-2699D4BB96C1}"/>
              </a:ext>
            </a:extLst>
          </p:cNvPr>
          <p:cNvSpPr/>
          <p:nvPr/>
        </p:nvSpPr>
        <p:spPr>
          <a:xfrm>
            <a:off x="8427831" y="4599388"/>
            <a:ext cx="302696" cy="2886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457200" rtl="1" eaLnBrk="1" latinLnBrk="0" hangingPunct="1"/>
            <a:endParaRPr lang="he-IL"/>
          </a:p>
        </p:txBody>
      </p:sp>
    </p:spTree>
    <p:extLst>
      <p:ext uri="{BB962C8B-B14F-4D97-AF65-F5344CB8AC3E}">
        <p14:creationId xmlns:p14="http://schemas.microsoft.com/office/powerpoint/2010/main" val="2856699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C3C582AC-11DD-26CB-6F84-0CE49FF1312F}"/>
                  </a:ext>
                </a:extLst>
              </p:cNvPr>
              <p:cNvSpPr>
                <a:spLocks noGrp="1"/>
              </p:cNvSpPr>
              <p:nvPr>
                <p:ph idx="1"/>
              </p:nvPr>
            </p:nvSpPr>
            <p:spPr>
              <a:xfrm>
                <a:off x="699367" y="596194"/>
                <a:ext cx="8596668" cy="4471565"/>
              </a:xfrm>
            </p:spPr>
            <p:txBody>
              <a:bodyPr>
                <a:normAutofit/>
              </a:bodyPr>
              <a:lstStyle/>
              <a:p>
                <a:pPr marL="0" indent="0" algn="r" rtl="1">
                  <a:buNone/>
                </a:pPr>
                <a:r>
                  <a:rPr lang="he-IL" dirty="0"/>
                  <a:t>במידה וזמן המחזור של המקלט וזמן מחזור ה</a:t>
                </a:r>
                <a:r>
                  <a:rPr lang="en-US" dirty="0"/>
                  <a:t>bit</a:t>
                </a:r>
                <a:r>
                  <a:rPr lang="he-IL" dirty="0"/>
                  <a:t> </a:t>
                </a:r>
                <a:r>
                  <a:rPr lang="he-IL" dirty="0" err="1"/>
                  <a:t>שוווים</a:t>
                </a:r>
                <a:r>
                  <a:rPr lang="he-IL" dirty="0"/>
                  <a:t>, אזי לאחר זיהוי סיבית ה</a:t>
                </a:r>
                <a:r>
                  <a:rPr lang="en-US" dirty="0"/>
                  <a:t>start</a:t>
                </a:r>
                <a:r>
                  <a:rPr lang="he-IL" dirty="0"/>
                  <a:t> נחכה </a:t>
                </a:r>
                <a:r>
                  <a:rPr lang="en-US" dirty="0"/>
                  <a:t>1.5Tbit</a:t>
                </a:r>
                <a:r>
                  <a:rPr lang="he-IL" dirty="0"/>
                  <a:t> ורק אז נבצע דגימה.</a:t>
                </a:r>
              </a:p>
              <a:p>
                <a:pPr marL="0" indent="0" algn="r" rtl="1">
                  <a:buNone/>
                </a:pPr>
                <a:r>
                  <a:rPr lang="he-IL" dirty="0"/>
                  <a:t>עממה, כעת הסטה של </a:t>
                </a:r>
                <a:r>
                  <a:rPr lang="en-US" dirty="0"/>
                  <a:t>0.5Tbit</a:t>
                </a:r>
                <a:r>
                  <a:rPr lang="he-IL" dirty="0"/>
                  <a:t> מביאה אותנו למצב של דגימה בירידת סיגנל השעון של המקלט, דבר שאינו אפשרי! מכאן שנאלץ לחכות לעליית השעון הקרובה ביותר של המקלט כדי לבצע את הדגימה שלו. המשמעות היא שהדגימה של הסיבית הראשונה תהיה לאחר </a:t>
                </a:r>
                <a:r>
                  <a:rPr lang="en-US" dirty="0"/>
                  <a:t>2Tbit</a:t>
                </a:r>
                <a:r>
                  <a:rPr lang="he-IL" dirty="0"/>
                  <a:t> מה שאומר שנפספס את סיבית </a:t>
                </a:r>
                <a:r>
                  <a:rPr lang="en-US" dirty="0"/>
                  <a:t>D0</a:t>
                </a:r>
                <a:r>
                  <a:rPr lang="he-IL" dirty="0"/>
                  <a:t>. מכאן שגם תשובה א וגם ב לא נכונות.</a:t>
                </a:r>
              </a:p>
              <a:p>
                <a:pPr marL="0" indent="0" algn="r" rtl="1">
                  <a:buNone/>
                </a:pPr>
                <a:r>
                  <a:rPr lang="he-IL" dirty="0"/>
                  <a:t>תשובה ג מציעה זמן מחזור של </a:t>
                </a:r>
                <a:r>
                  <a:rPr lang="en-US" dirty="0"/>
                  <a:t>25ns</a:t>
                </a:r>
                <a:r>
                  <a:rPr lang="he-IL" dirty="0"/>
                  <a:t> בעוד שזמן המחזור הפנימי של המשדר הוא:</a:t>
                </a:r>
                <a:r>
                  <a:rPr lang="en-US" dirty="0"/>
                  <a:t>83.3ns</a:t>
                </a:r>
                <a:r>
                  <a:rPr lang="he-IL" dirty="0"/>
                  <a:t>.</a:t>
                </a:r>
              </a:p>
              <a:p>
                <a:pPr marL="0" indent="0" algn="r" rtl="1">
                  <a:buNone/>
                </a:pPr>
                <a:r>
                  <a:rPr lang="he-IL" dirty="0"/>
                  <a:t>לפי זמן ה</a:t>
                </a:r>
                <a:r>
                  <a:rPr lang="en-US" dirty="0"/>
                  <a:t>Tbit</a:t>
                </a:r>
                <a:r>
                  <a:rPr lang="he-IL" dirty="0"/>
                  <a:t> המסונכרן, יוצא ש:</a:t>
                </a:r>
              </a:p>
              <a:p>
                <a:pPr marL="0" indent="0" algn="r" rtl="1">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𝑟</m:t>
                          </m:r>
                        </m:sub>
                      </m:sSub>
                      <m:r>
                        <a:rPr lang="en-US" b="0" i="1" smtClean="0">
                          <a:latin typeface="Cambria Math" panose="02040503050406030204" pitchFamily="18" charset="0"/>
                        </a:rPr>
                        <m:t>=10,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𝑥</m:t>
                          </m:r>
                        </m:sub>
                      </m:sSub>
                      <m:r>
                        <a:rPr lang="en-US" b="0" i="1" smtClean="0">
                          <a:latin typeface="Cambria Math" panose="02040503050406030204" pitchFamily="18" charset="0"/>
                        </a:rPr>
                        <m:t>=3</m:t>
                      </m:r>
                    </m:oMath>
                  </m:oMathPara>
                </a14:m>
                <a:endParaRPr lang="he-IL" dirty="0"/>
              </a:p>
              <a:p>
                <a:pPr marL="0" indent="0" algn="r" rtl="1">
                  <a:buNone/>
                </a:pPr>
                <a:r>
                  <a:rPr lang="he-IL" dirty="0"/>
                  <a:t>כלומר, המשדר והמקלט מיושרים וכל מה שיש ביניהם זו ההסטה של סיבית ההתחלה. מאחר וההסטה הזו איננה גדולה יותר מחצי זמן השידור של כל סיבית, ניתן לשדר ולקלוט אינסוף סיביות.</a:t>
                </a:r>
              </a:p>
              <a:p>
                <a:pPr marL="0" indent="0" algn="r" rtl="1">
                  <a:buNone/>
                </a:pPr>
                <a:endParaRPr lang="he-IL" dirty="0"/>
              </a:p>
            </p:txBody>
          </p:sp>
        </mc:Choice>
        <mc:Fallback xmlns="">
          <p:sp>
            <p:nvSpPr>
              <p:cNvPr id="3" name="מציין מיקום תוכן 2">
                <a:extLst>
                  <a:ext uri="{FF2B5EF4-FFF2-40B4-BE49-F238E27FC236}">
                    <a16:creationId xmlns:a16="http://schemas.microsoft.com/office/drawing/2014/main" id="{C3C582AC-11DD-26CB-6F84-0CE49FF1312F}"/>
                  </a:ext>
                </a:extLst>
              </p:cNvPr>
              <p:cNvSpPr>
                <a:spLocks noGrp="1" noRot="1" noChangeAspect="1" noMove="1" noResize="1" noEditPoints="1" noAdjustHandles="1" noChangeArrowheads="1" noChangeShapeType="1" noTextEdit="1"/>
              </p:cNvSpPr>
              <p:nvPr>
                <p:ph idx="1"/>
              </p:nvPr>
            </p:nvSpPr>
            <p:spPr>
              <a:xfrm>
                <a:off x="699367" y="596194"/>
                <a:ext cx="8596668" cy="4471565"/>
              </a:xfrm>
              <a:blipFill>
                <a:blip r:embed="rId2"/>
                <a:stretch>
                  <a:fillRect l="-1034" t="-852" r="-591"/>
                </a:stretch>
              </a:blipFill>
            </p:spPr>
            <p:txBody>
              <a:bodyPr/>
              <a:lstStyle/>
              <a:p>
                <a:r>
                  <a:rPr lang="en-IL">
                    <a:noFill/>
                  </a:rPr>
                  <a:t> </a:t>
                </a:r>
              </a:p>
            </p:txBody>
          </p:sp>
        </mc:Fallback>
      </mc:AlternateContent>
    </p:spTree>
    <p:extLst>
      <p:ext uri="{BB962C8B-B14F-4D97-AF65-F5344CB8AC3E}">
        <p14:creationId xmlns:p14="http://schemas.microsoft.com/office/powerpoint/2010/main" val="2758434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22B802-464E-E16D-703B-72FC77236FF6}"/>
              </a:ext>
            </a:extLst>
          </p:cNvPr>
          <p:cNvPicPr>
            <a:picLocks noChangeAspect="1"/>
          </p:cNvPicPr>
          <p:nvPr/>
        </p:nvPicPr>
        <p:blipFill>
          <a:blip r:embed="rId2"/>
          <a:stretch>
            <a:fillRect/>
          </a:stretch>
        </p:blipFill>
        <p:spPr>
          <a:xfrm>
            <a:off x="1361501" y="379516"/>
            <a:ext cx="7772400" cy="5944731"/>
          </a:xfrm>
          <a:prstGeom prst="rect">
            <a:avLst/>
          </a:prstGeom>
        </p:spPr>
      </p:pic>
      <p:sp>
        <p:nvSpPr>
          <p:cNvPr id="6" name="אליפסה 5">
            <a:extLst>
              <a:ext uri="{FF2B5EF4-FFF2-40B4-BE49-F238E27FC236}">
                <a16:creationId xmlns:a16="http://schemas.microsoft.com/office/drawing/2014/main" id="{227C4F86-733E-0399-2EAF-AD577AE6021C}"/>
              </a:ext>
            </a:extLst>
          </p:cNvPr>
          <p:cNvSpPr/>
          <p:nvPr/>
        </p:nvSpPr>
        <p:spPr>
          <a:xfrm>
            <a:off x="8596536" y="5238843"/>
            <a:ext cx="302696" cy="2886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457200" rtl="0" eaLnBrk="1" latinLnBrk="0" hangingPunct="1"/>
            <a:endParaRPr lang="he-IL"/>
          </a:p>
        </p:txBody>
      </p:sp>
    </p:spTree>
    <p:extLst>
      <p:ext uri="{BB962C8B-B14F-4D97-AF65-F5344CB8AC3E}">
        <p14:creationId xmlns:p14="http://schemas.microsoft.com/office/powerpoint/2010/main" val="339162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2DA11C15-4CE9-E860-3208-1868BDB9D33C}"/>
                  </a:ext>
                </a:extLst>
              </p:cNvPr>
              <p:cNvSpPr>
                <a:spLocks noGrp="1"/>
              </p:cNvSpPr>
              <p:nvPr>
                <p:ph idx="1"/>
              </p:nvPr>
            </p:nvSpPr>
            <p:spPr>
              <a:xfrm>
                <a:off x="831570" y="750430"/>
                <a:ext cx="8596668" cy="3880773"/>
              </a:xfrm>
            </p:spPr>
            <p:txBody>
              <a:bodyPr/>
              <a:lstStyle/>
              <a:p>
                <a:pPr marL="0" indent="0" algn="r" rtl="1">
                  <a:buNone/>
                </a:pPr>
                <a:r>
                  <a:rPr lang="he-IL" dirty="0"/>
                  <a:t>נסמן ב</a:t>
                </a:r>
                <a:r>
                  <a:rPr lang="en-US" dirty="0"/>
                  <a:t>x</a:t>
                </a:r>
                <a:r>
                  <a:rPr lang="he-IL" dirty="0"/>
                  <a:t> את אחוז הפקודות אשר משתמשות ב</a:t>
                </a:r>
                <a:r>
                  <a:rPr lang="en-US" dirty="0" err="1"/>
                  <a:t>imm</a:t>
                </a:r>
                <a:r>
                  <a:rPr lang="he-IL" dirty="0"/>
                  <a:t>.</a:t>
                </a:r>
              </a:p>
              <a:p>
                <a:pPr marL="0" indent="0" algn="r" rtl="1">
                  <a:buNone/>
                </a:pPr>
                <a:r>
                  <a:rPr lang="he-IL" dirty="0"/>
                  <a:t>על כל פקודה </a:t>
                </a:r>
                <a:r>
                  <a:rPr lang="en-US" dirty="0"/>
                  <a:t>x</a:t>
                </a:r>
                <a:r>
                  <a:rPr lang="he-IL" dirty="0"/>
                  <a:t> אנחנו נשלם ב2 פקודות נוספות. מכאן שנדרוש:</a:t>
                </a:r>
              </a:p>
              <a:p>
                <a:pPr marL="0" indent="0" algn="r" rtl="1">
                  <a:buNone/>
                </a:pPr>
                <a14:m>
                  <m:oMathPara xmlns:m="http://schemas.openxmlformats.org/officeDocument/2006/math">
                    <m:oMathParaPr>
                      <m:jc m:val="centerGroup"/>
                    </m:oMathParaPr>
                    <m:oMath xmlns:m="http://schemas.openxmlformats.org/officeDocument/2006/math">
                      <m:r>
                        <a:rPr lang="he-IL" b="0" i="1" smtClean="0">
                          <a:latin typeface="Cambria Math" panose="02040503050406030204" pitchFamily="18" charset="0"/>
                        </a:rPr>
                        <m:t>10</m:t>
                      </m:r>
                      <m:r>
                        <a:rPr lang="en-US" b="0" i="1" smtClean="0">
                          <a:latin typeface="Cambria Math" panose="02040503050406030204" pitchFamily="18" charset="0"/>
                        </a:rPr>
                        <m:t>𝑁</m:t>
                      </m:r>
                      <m:r>
                        <a:rPr lang="en-US" b="0" i="1" smtClean="0">
                          <a:latin typeface="Cambria Math" panose="02040503050406030204" pitchFamily="18" charset="0"/>
                        </a:rPr>
                        <m:t>&gt;4</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+2</m:t>
                          </m:r>
                          <m:r>
                            <a:rPr lang="en-US" b="0" i="1" smtClean="0">
                              <a:latin typeface="Cambria Math" panose="02040503050406030204" pitchFamily="18" charset="0"/>
                            </a:rPr>
                            <m:t>𝑥𝑁</m:t>
                          </m:r>
                        </m:e>
                      </m:d>
                    </m:oMath>
                  </m:oMathPara>
                </a14:m>
                <a:endParaRPr lang="en-US" b="0" dirty="0"/>
              </a:p>
              <a:p>
                <a:pPr marL="0" indent="0" algn="r" rtl="1">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10&gt;4+8</m:t>
                      </m:r>
                      <m:r>
                        <a:rPr lang="en-US" b="0" i="1" smtClean="0">
                          <a:latin typeface="Cambria Math" panose="02040503050406030204" pitchFamily="18" charset="0"/>
                        </a:rPr>
                        <m:t>𝑥</m:t>
                      </m:r>
                    </m:oMath>
                  </m:oMathPara>
                </a14:m>
                <a:endParaRPr lang="en-US" b="0" dirty="0"/>
              </a:p>
              <a:p>
                <a:pPr marL="0" indent="0" algn="r" rtl="1">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&lt;</m:t>
                      </m:r>
                      <m:f>
                        <m:fPr>
                          <m:ctrlPr>
                            <a:rPr lang="en-US" b="0" i="1" smtClean="0">
                              <a:latin typeface="Cambria Math" panose="02040503050406030204" pitchFamily="18" charset="0"/>
                            </a:rPr>
                          </m:ctrlPr>
                        </m:fPr>
                        <m:num>
                          <m:r>
                            <a:rPr lang="en-US" b="0" i="1" smtClean="0">
                              <a:latin typeface="Cambria Math" panose="02040503050406030204" pitchFamily="18" charset="0"/>
                            </a:rPr>
                            <m:t>6</m:t>
                          </m:r>
                        </m:num>
                        <m:den>
                          <m:r>
                            <a:rPr lang="en-US" b="0" i="1" smtClean="0">
                              <a:latin typeface="Cambria Math" panose="02040503050406030204" pitchFamily="18" charset="0"/>
                            </a:rPr>
                            <m:t>8</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oMath>
                  </m:oMathPara>
                </a14:m>
                <a:endParaRPr lang="he-IL" dirty="0"/>
              </a:p>
            </p:txBody>
          </p:sp>
        </mc:Choice>
        <mc:Fallback xmlns="">
          <p:sp>
            <p:nvSpPr>
              <p:cNvPr id="3" name="מציין מיקום תוכן 2">
                <a:extLst>
                  <a:ext uri="{FF2B5EF4-FFF2-40B4-BE49-F238E27FC236}">
                    <a16:creationId xmlns:a16="http://schemas.microsoft.com/office/drawing/2014/main" id="{2DA11C15-4CE9-E860-3208-1868BDB9D33C}"/>
                  </a:ext>
                </a:extLst>
              </p:cNvPr>
              <p:cNvSpPr>
                <a:spLocks noGrp="1" noRot="1" noChangeAspect="1" noMove="1" noResize="1" noEditPoints="1" noAdjustHandles="1" noChangeArrowheads="1" noChangeShapeType="1" noTextEdit="1"/>
              </p:cNvSpPr>
              <p:nvPr>
                <p:ph idx="1"/>
              </p:nvPr>
            </p:nvSpPr>
            <p:spPr>
              <a:xfrm>
                <a:off x="831570" y="750430"/>
                <a:ext cx="8596668" cy="3880773"/>
              </a:xfrm>
              <a:blipFill>
                <a:blip r:embed="rId2"/>
                <a:stretch>
                  <a:fillRect t="-654" r="-442"/>
                </a:stretch>
              </a:blipFill>
            </p:spPr>
            <p:txBody>
              <a:bodyPr/>
              <a:lstStyle/>
              <a:p>
                <a:r>
                  <a:rPr lang="en-IL">
                    <a:noFill/>
                  </a:rPr>
                  <a:t> </a:t>
                </a:r>
              </a:p>
            </p:txBody>
          </p:sp>
        </mc:Fallback>
      </mc:AlternateContent>
    </p:spTree>
    <p:extLst>
      <p:ext uri="{BB962C8B-B14F-4D97-AF65-F5344CB8AC3E}">
        <p14:creationId xmlns:p14="http://schemas.microsoft.com/office/powerpoint/2010/main" val="3162847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126C96-EAE2-297E-38E9-69ADC61609EE}"/>
              </a:ext>
            </a:extLst>
          </p:cNvPr>
          <p:cNvPicPr>
            <a:picLocks noChangeAspect="1"/>
          </p:cNvPicPr>
          <p:nvPr/>
        </p:nvPicPr>
        <p:blipFill>
          <a:blip r:embed="rId2"/>
          <a:stretch>
            <a:fillRect/>
          </a:stretch>
        </p:blipFill>
        <p:spPr>
          <a:xfrm>
            <a:off x="1482687" y="795874"/>
            <a:ext cx="7772400" cy="4671340"/>
          </a:xfrm>
          <a:prstGeom prst="rect">
            <a:avLst/>
          </a:prstGeom>
        </p:spPr>
      </p:pic>
      <p:sp>
        <p:nvSpPr>
          <p:cNvPr id="8" name="אליפסה 7">
            <a:extLst>
              <a:ext uri="{FF2B5EF4-FFF2-40B4-BE49-F238E27FC236}">
                <a16:creationId xmlns:a16="http://schemas.microsoft.com/office/drawing/2014/main" id="{D7A38FA1-055E-D6E9-6E77-D939A25D9AB2}"/>
              </a:ext>
            </a:extLst>
          </p:cNvPr>
          <p:cNvSpPr/>
          <p:nvPr/>
        </p:nvSpPr>
        <p:spPr>
          <a:xfrm>
            <a:off x="8517317" y="4504934"/>
            <a:ext cx="302696" cy="2886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86379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AE3FB7-15F7-C066-04C1-CCAB11F82A36}"/>
              </a:ext>
            </a:extLst>
          </p:cNvPr>
          <p:cNvPicPr>
            <a:picLocks noChangeAspect="1"/>
          </p:cNvPicPr>
          <p:nvPr/>
        </p:nvPicPr>
        <p:blipFill>
          <a:blip r:embed="rId3"/>
          <a:stretch>
            <a:fillRect/>
          </a:stretch>
        </p:blipFill>
        <p:spPr>
          <a:xfrm>
            <a:off x="2535115" y="0"/>
            <a:ext cx="7121769" cy="6858000"/>
          </a:xfrm>
          <a:prstGeom prst="rect">
            <a:avLst/>
          </a:prstGeom>
        </p:spPr>
      </p:pic>
      <p:sp>
        <p:nvSpPr>
          <p:cNvPr id="7" name="אליפסה 7">
            <a:extLst>
              <a:ext uri="{FF2B5EF4-FFF2-40B4-BE49-F238E27FC236}">
                <a16:creationId xmlns:a16="http://schemas.microsoft.com/office/drawing/2014/main" id="{8BEB87FD-E2E1-9F4E-BB43-2CC69176809F}"/>
              </a:ext>
            </a:extLst>
          </p:cNvPr>
          <p:cNvSpPr/>
          <p:nvPr/>
        </p:nvSpPr>
        <p:spPr>
          <a:xfrm>
            <a:off x="8946971" y="6212556"/>
            <a:ext cx="302696" cy="2886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457200" rtl="0" eaLnBrk="1" latinLnBrk="0" hangingPunct="1"/>
            <a:endParaRPr lang="he-IL"/>
          </a:p>
        </p:txBody>
      </p:sp>
    </p:spTree>
    <p:extLst>
      <p:ext uri="{BB962C8B-B14F-4D97-AF65-F5344CB8AC3E}">
        <p14:creationId xmlns:p14="http://schemas.microsoft.com/office/powerpoint/2010/main" val="389625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מציין מיקום תוכן 2">
                <a:extLst>
                  <a:ext uri="{FF2B5EF4-FFF2-40B4-BE49-F238E27FC236}">
                    <a16:creationId xmlns:a16="http://schemas.microsoft.com/office/drawing/2014/main" id="{A40D2722-A660-D816-ADDD-5E8856D707CE}"/>
                  </a:ext>
                </a:extLst>
              </p:cNvPr>
              <p:cNvSpPr txBox="1">
                <a:spLocks/>
              </p:cNvSpPr>
              <p:nvPr/>
            </p:nvSpPr>
            <p:spPr>
              <a:xfrm>
                <a:off x="717665" y="1076755"/>
                <a:ext cx="8596668" cy="4311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r" rtl="1">
                  <a:buFont typeface="Wingdings 3" charset="2"/>
                  <a:buNone/>
                </a:pPr>
                <a:r>
                  <a:rPr lang="he-IL" dirty="0"/>
                  <a:t>מילוי הפייפ לוקח 4 מחזורי שעון. </a:t>
                </a:r>
              </a:p>
              <a:p>
                <a:pPr marL="0" indent="0" algn="r" rtl="1">
                  <a:buFont typeface="Wingdings 3" charset="2"/>
                  <a:buNone/>
                </a:pPr>
                <a:r>
                  <a:rPr lang="he-IL" dirty="0"/>
                  <a:t>לאחר מכן מבצעים את 2 הפקודות הראשונות ב</a:t>
                </a:r>
                <a:r>
                  <a:rPr lang="en-US" dirty="0"/>
                  <a:t>WB</a:t>
                </a:r>
                <a:r>
                  <a:rPr lang="he-IL" dirty="0"/>
                  <a:t> ונכנסים לביצוע הלולאה.</a:t>
                </a:r>
              </a:p>
              <a:p>
                <a:pPr marL="0" indent="0" algn="r" rtl="1">
                  <a:buFont typeface="Wingdings 3" charset="2"/>
                  <a:buNone/>
                </a:pPr>
                <a:r>
                  <a:rPr lang="he-IL" dirty="0"/>
                  <a:t>בלולאה, </a:t>
                </a:r>
                <a:r>
                  <a:rPr lang="en-US" dirty="0"/>
                  <a:t>NOP</a:t>
                </a:r>
                <a:r>
                  <a:rPr lang="he-IL" dirty="0"/>
                  <a:t> יתווספו לנו רק עבור </a:t>
                </a:r>
                <a:r>
                  <a:rPr lang="en-US" dirty="0"/>
                  <a:t>Misspredicted Branch</a:t>
                </a:r>
                <a:r>
                  <a:rPr lang="he-IL" dirty="0"/>
                  <a:t> ו</a:t>
                </a:r>
                <a:r>
                  <a:rPr lang="en-US" dirty="0"/>
                  <a:t>Load Hazard</a:t>
                </a:r>
                <a:r>
                  <a:rPr lang="he-IL" dirty="0"/>
                  <a:t>.</a:t>
                </a:r>
              </a:p>
              <a:p>
                <a:pPr marL="0" indent="0" algn="r" rtl="1">
                  <a:buFont typeface="Wingdings 3" charset="2"/>
                  <a:buNone/>
                </a:pPr>
                <a:r>
                  <a:rPr lang="he-IL" dirty="0"/>
                  <a:t>הלולאה תרוץ 14 פעמים, 13 פעמים היא תבצע שגיאה בחיזוי </a:t>
                </a:r>
                <a:r>
                  <a:rPr lang="he-IL" dirty="0" err="1"/>
                  <a:t>בבראנץ</a:t>
                </a:r>
                <a:r>
                  <a:rPr lang="he-IL" dirty="0"/>
                  <a:t>׳ האחרון ובפעם ה14 החיזוי יהיה נכון.</a:t>
                </a:r>
              </a:p>
              <a:p>
                <a:pPr marL="0" indent="0" algn="r" rtl="1">
                  <a:buFont typeface="Wingdings 3" charset="2"/>
                  <a:buNone/>
                </a:pPr>
                <a:r>
                  <a:rPr lang="he-IL" dirty="0"/>
                  <a:t>בנוסף, יש לנו </a:t>
                </a:r>
                <a:r>
                  <a:rPr lang="en-US" dirty="0"/>
                  <a:t>load hazard</a:t>
                </a:r>
                <a:r>
                  <a:rPr lang="he-IL" dirty="0"/>
                  <a:t>.</a:t>
                </a:r>
              </a:p>
              <a:p>
                <a:pPr marL="0" indent="0" algn="r" rtl="1">
                  <a:buFont typeface="Wingdings 3" charset="2"/>
                  <a:buNone/>
                </a:pPr>
                <a:r>
                  <a:rPr lang="he-IL" dirty="0"/>
                  <a:t>סה״כ:</a:t>
                </a:r>
              </a:p>
              <a:p>
                <a:pPr marL="0" indent="0" algn="r" rtl="1">
                  <a:buFont typeface="Wingdings 3" charset="2"/>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=4+2+13⋅10+8=144</m:t>
                      </m:r>
                    </m:oMath>
                  </m:oMathPara>
                </a14:m>
                <a:endParaRPr lang="he-IL" dirty="0"/>
              </a:p>
              <a:p>
                <a:pPr marL="0" indent="0" algn="r" rtl="1">
                  <a:buFont typeface="Wingdings 3" charset="2"/>
                  <a:buNone/>
                </a:pPr>
                <a:endParaRPr lang="he-IL" dirty="0"/>
              </a:p>
            </p:txBody>
          </p:sp>
        </mc:Choice>
        <mc:Fallback xmlns="">
          <p:sp>
            <p:nvSpPr>
              <p:cNvPr id="4" name="מציין מיקום תוכן 2">
                <a:extLst>
                  <a:ext uri="{FF2B5EF4-FFF2-40B4-BE49-F238E27FC236}">
                    <a16:creationId xmlns:a16="http://schemas.microsoft.com/office/drawing/2014/main" id="{A40D2722-A660-D816-ADDD-5E8856D707CE}"/>
                  </a:ext>
                </a:extLst>
              </p:cNvPr>
              <p:cNvSpPr txBox="1">
                <a:spLocks noRot="1" noChangeAspect="1" noMove="1" noResize="1" noEditPoints="1" noAdjustHandles="1" noChangeArrowheads="1" noChangeShapeType="1" noTextEdit="1"/>
              </p:cNvSpPr>
              <p:nvPr/>
            </p:nvSpPr>
            <p:spPr>
              <a:xfrm>
                <a:off x="717665" y="1076755"/>
                <a:ext cx="8596668" cy="4311773"/>
              </a:xfrm>
              <a:prstGeom prst="rect">
                <a:avLst/>
              </a:prstGeom>
              <a:blipFill>
                <a:blip r:embed="rId2"/>
                <a:stretch>
                  <a:fillRect t="-587" r="-442"/>
                </a:stretch>
              </a:blipFill>
            </p:spPr>
            <p:txBody>
              <a:bodyPr/>
              <a:lstStyle/>
              <a:p>
                <a:r>
                  <a:rPr lang="en-IL">
                    <a:noFill/>
                  </a:rPr>
                  <a:t> </a:t>
                </a:r>
              </a:p>
            </p:txBody>
          </p:sp>
        </mc:Fallback>
      </mc:AlternateContent>
    </p:spTree>
    <p:extLst>
      <p:ext uri="{BB962C8B-B14F-4D97-AF65-F5344CB8AC3E}">
        <p14:creationId xmlns:p14="http://schemas.microsoft.com/office/powerpoint/2010/main" val="2184623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CAEE4A-6D26-61AF-9677-1C39907958D3}"/>
              </a:ext>
            </a:extLst>
          </p:cNvPr>
          <p:cNvPicPr>
            <a:picLocks noChangeAspect="1"/>
          </p:cNvPicPr>
          <p:nvPr/>
        </p:nvPicPr>
        <p:blipFill>
          <a:blip r:embed="rId2"/>
          <a:stretch>
            <a:fillRect/>
          </a:stretch>
        </p:blipFill>
        <p:spPr>
          <a:xfrm>
            <a:off x="2951328" y="0"/>
            <a:ext cx="6289343" cy="6858000"/>
          </a:xfrm>
          <a:prstGeom prst="rect">
            <a:avLst/>
          </a:prstGeom>
        </p:spPr>
      </p:pic>
      <p:sp>
        <p:nvSpPr>
          <p:cNvPr id="5" name="אליפסה 7">
            <a:extLst>
              <a:ext uri="{FF2B5EF4-FFF2-40B4-BE49-F238E27FC236}">
                <a16:creationId xmlns:a16="http://schemas.microsoft.com/office/drawing/2014/main" id="{5EA0FAA6-27C3-A3DD-E61E-F983FFE9FD14}"/>
              </a:ext>
            </a:extLst>
          </p:cNvPr>
          <p:cNvSpPr/>
          <p:nvPr/>
        </p:nvSpPr>
        <p:spPr>
          <a:xfrm>
            <a:off x="8351764" y="6148092"/>
            <a:ext cx="302696" cy="2886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457200" rtl="0" eaLnBrk="1" latinLnBrk="0" hangingPunct="1"/>
            <a:endParaRPr lang="he-IL"/>
          </a:p>
        </p:txBody>
      </p:sp>
    </p:spTree>
    <p:extLst>
      <p:ext uri="{BB962C8B-B14F-4D97-AF65-F5344CB8AC3E}">
        <p14:creationId xmlns:p14="http://schemas.microsoft.com/office/powerpoint/2010/main" val="221480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אליפסה 3">
            <a:extLst>
              <a:ext uri="{FF2B5EF4-FFF2-40B4-BE49-F238E27FC236}">
                <a16:creationId xmlns:a16="http://schemas.microsoft.com/office/drawing/2014/main" id="{94DAED07-A768-117E-9997-D09EA08FC731}"/>
              </a:ext>
            </a:extLst>
          </p:cNvPr>
          <p:cNvSpPr/>
          <p:nvPr/>
        </p:nvSpPr>
        <p:spPr>
          <a:xfrm>
            <a:off x="1832188" y="1895786"/>
            <a:ext cx="1132513" cy="1088472"/>
          </a:xfrm>
          <a:prstGeom prst="ellipse">
            <a:avLst/>
          </a:prstGeom>
        </p:spPr>
        <p:style>
          <a:lnRef idx="2">
            <a:schemeClr val="dk1"/>
          </a:lnRef>
          <a:fillRef idx="1">
            <a:schemeClr val="lt1"/>
          </a:fillRef>
          <a:effectRef idx="0">
            <a:schemeClr val="dk1"/>
          </a:effectRef>
          <a:fontRef idx="minor">
            <a:schemeClr val="dk1"/>
          </a:fontRef>
        </p:style>
        <p:txBody>
          <a:bodyPr rtlCol="1" anchor="ctr"/>
          <a:lstStyle/>
          <a:p>
            <a:pPr algn="ctr"/>
            <a:r>
              <a:rPr lang="en-US" dirty="0"/>
              <a:t>5</a:t>
            </a:r>
            <a:endParaRPr lang="he-IL" dirty="0"/>
          </a:p>
        </p:txBody>
      </p:sp>
      <p:sp>
        <p:nvSpPr>
          <p:cNvPr id="5" name="אליפסה 4">
            <a:extLst>
              <a:ext uri="{FF2B5EF4-FFF2-40B4-BE49-F238E27FC236}">
                <a16:creationId xmlns:a16="http://schemas.microsoft.com/office/drawing/2014/main" id="{E3043D96-A42A-3D68-A857-7572DFFF704D}"/>
              </a:ext>
            </a:extLst>
          </p:cNvPr>
          <p:cNvSpPr/>
          <p:nvPr/>
        </p:nvSpPr>
        <p:spPr>
          <a:xfrm>
            <a:off x="3339872" y="807314"/>
            <a:ext cx="1132513" cy="1088472"/>
          </a:xfrm>
          <a:prstGeom prst="ellipse">
            <a:avLst/>
          </a:prstGeom>
        </p:spPr>
        <p:style>
          <a:lnRef idx="2">
            <a:schemeClr val="dk1"/>
          </a:lnRef>
          <a:fillRef idx="1">
            <a:schemeClr val="lt1"/>
          </a:fillRef>
          <a:effectRef idx="0">
            <a:schemeClr val="dk1"/>
          </a:effectRef>
          <a:fontRef idx="minor">
            <a:schemeClr val="dk1"/>
          </a:fontRef>
        </p:style>
        <p:txBody>
          <a:bodyPr rtlCol="1" anchor="ctr"/>
          <a:lstStyle/>
          <a:p>
            <a:pPr algn="ctr"/>
            <a:r>
              <a:rPr lang="en-US" dirty="0"/>
              <a:t>8</a:t>
            </a:r>
            <a:endParaRPr lang="he-IL" dirty="0"/>
          </a:p>
        </p:txBody>
      </p:sp>
      <p:sp>
        <p:nvSpPr>
          <p:cNvPr id="7" name="אליפסה 6">
            <a:extLst>
              <a:ext uri="{FF2B5EF4-FFF2-40B4-BE49-F238E27FC236}">
                <a16:creationId xmlns:a16="http://schemas.microsoft.com/office/drawing/2014/main" id="{2AC675AF-5F10-210E-42BD-490FF39BAADB}"/>
              </a:ext>
            </a:extLst>
          </p:cNvPr>
          <p:cNvSpPr/>
          <p:nvPr/>
        </p:nvSpPr>
        <p:spPr>
          <a:xfrm>
            <a:off x="3339872" y="2984258"/>
            <a:ext cx="1132513" cy="1088472"/>
          </a:xfrm>
          <a:prstGeom prst="ellipse">
            <a:avLst/>
          </a:prstGeom>
        </p:spPr>
        <p:style>
          <a:lnRef idx="2">
            <a:schemeClr val="dk1"/>
          </a:lnRef>
          <a:fillRef idx="1">
            <a:schemeClr val="lt1"/>
          </a:fillRef>
          <a:effectRef idx="0">
            <a:schemeClr val="dk1"/>
          </a:effectRef>
          <a:fontRef idx="minor">
            <a:schemeClr val="dk1"/>
          </a:fontRef>
        </p:style>
        <p:txBody>
          <a:bodyPr rtlCol="1" anchor="ctr"/>
          <a:lstStyle/>
          <a:p>
            <a:pPr algn="ctr"/>
            <a:r>
              <a:rPr lang="en-US" dirty="0"/>
              <a:t>4</a:t>
            </a:r>
            <a:endParaRPr lang="he-IL" dirty="0"/>
          </a:p>
        </p:txBody>
      </p:sp>
      <p:cxnSp>
        <p:nvCxnSpPr>
          <p:cNvPr id="10" name="מחבר חץ ישר 9">
            <a:extLst>
              <a:ext uri="{FF2B5EF4-FFF2-40B4-BE49-F238E27FC236}">
                <a16:creationId xmlns:a16="http://schemas.microsoft.com/office/drawing/2014/main" id="{088F29B9-869B-E0FC-3A95-0C88ACE0C5BF}"/>
              </a:ext>
            </a:extLst>
          </p:cNvPr>
          <p:cNvCxnSpPr>
            <a:cxnSpLocks/>
            <a:stCxn id="4" idx="5"/>
            <a:endCxn id="7" idx="2"/>
          </p:cNvCxnSpPr>
          <p:nvPr/>
        </p:nvCxnSpPr>
        <p:spPr>
          <a:xfrm>
            <a:off x="2798848" y="2824855"/>
            <a:ext cx="541024" cy="7036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מחבר חץ ישר 16">
            <a:extLst>
              <a:ext uri="{FF2B5EF4-FFF2-40B4-BE49-F238E27FC236}">
                <a16:creationId xmlns:a16="http://schemas.microsoft.com/office/drawing/2014/main" id="{34BE71B1-B6E6-68D1-204F-137FB0B4EE81}"/>
              </a:ext>
            </a:extLst>
          </p:cNvPr>
          <p:cNvCxnSpPr>
            <a:cxnSpLocks/>
            <a:stCxn id="4" idx="7"/>
            <a:endCxn id="5" idx="2"/>
          </p:cNvCxnSpPr>
          <p:nvPr/>
        </p:nvCxnSpPr>
        <p:spPr>
          <a:xfrm flipV="1">
            <a:off x="2798848" y="1351550"/>
            <a:ext cx="541024" cy="7036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מחבר חץ ישר 18">
            <a:extLst>
              <a:ext uri="{FF2B5EF4-FFF2-40B4-BE49-F238E27FC236}">
                <a16:creationId xmlns:a16="http://schemas.microsoft.com/office/drawing/2014/main" id="{793C3A76-D547-FE8D-A072-D0D9FFB6C407}"/>
              </a:ext>
            </a:extLst>
          </p:cNvPr>
          <p:cNvCxnSpPr>
            <a:cxnSpLocks/>
            <a:endCxn id="4" idx="3"/>
          </p:cNvCxnSpPr>
          <p:nvPr/>
        </p:nvCxnSpPr>
        <p:spPr>
          <a:xfrm flipV="1">
            <a:off x="1268767" y="2824855"/>
            <a:ext cx="729274" cy="2707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מחבר חץ ישר 36">
            <a:extLst>
              <a:ext uri="{FF2B5EF4-FFF2-40B4-BE49-F238E27FC236}">
                <a16:creationId xmlns:a16="http://schemas.microsoft.com/office/drawing/2014/main" id="{E0E63F0F-0F18-CE55-41C2-FE6CDD9FC8C6}"/>
              </a:ext>
            </a:extLst>
          </p:cNvPr>
          <p:cNvCxnSpPr>
            <a:cxnSpLocks/>
          </p:cNvCxnSpPr>
          <p:nvPr/>
        </p:nvCxnSpPr>
        <p:spPr>
          <a:xfrm>
            <a:off x="1435067" y="1216377"/>
            <a:ext cx="190480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9" name="מחבר חץ ישר 38">
            <a:extLst>
              <a:ext uri="{FF2B5EF4-FFF2-40B4-BE49-F238E27FC236}">
                <a16:creationId xmlns:a16="http://schemas.microsoft.com/office/drawing/2014/main" id="{179B329F-63C5-0126-A8A5-D13D53ED7853}"/>
              </a:ext>
            </a:extLst>
          </p:cNvPr>
          <p:cNvCxnSpPr>
            <a:cxnSpLocks/>
          </p:cNvCxnSpPr>
          <p:nvPr/>
        </p:nvCxnSpPr>
        <p:spPr>
          <a:xfrm>
            <a:off x="1435067" y="3611045"/>
            <a:ext cx="190480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4" name="אליפסה 53">
            <a:extLst>
              <a:ext uri="{FF2B5EF4-FFF2-40B4-BE49-F238E27FC236}">
                <a16:creationId xmlns:a16="http://schemas.microsoft.com/office/drawing/2014/main" id="{B9AE36C8-EFE5-2283-C5DA-33A0074AE4D7}"/>
              </a:ext>
            </a:extLst>
          </p:cNvPr>
          <p:cNvSpPr/>
          <p:nvPr/>
        </p:nvSpPr>
        <p:spPr>
          <a:xfrm>
            <a:off x="6330885" y="1860574"/>
            <a:ext cx="1132513" cy="1088472"/>
          </a:xfrm>
          <a:prstGeom prst="ellipse">
            <a:avLst/>
          </a:prstGeom>
        </p:spPr>
        <p:style>
          <a:lnRef idx="2">
            <a:schemeClr val="dk1"/>
          </a:lnRef>
          <a:fillRef idx="1">
            <a:schemeClr val="lt1"/>
          </a:fillRef>
          <a:effectRef idx="0">
            <a:schemeClr val="dk1"/>
          </a:effectRef>
          <a:fontRef idx="minor">
            <a:schemeClr val="dk1"/>
          </a:fontRef>
        </p:style>
        <p:txBody>
          <a:bodyPr rtlCol="1" anchor="ctr"/>
          <a:lstStyle/>
          <a:p>
            <a:pPr algn="ctr"/>
            <a:r>
              <a:rPr lang="en-US" dirty="0"/>
              <a:t>7</a:t>
            </a:r>
            <a:endParaRPr lang="he-IL" dirty="0"/>
          </a:p>
        </p:txBody>
      </p:sp>
      <p:cxnSp>
        <p:nvCxnSpPr>
          <p:cNvPr id="55" name="מחבר חץ ישר 54">
            <a:extLst>
              <a:ext uri="{FF2B5EF4-FFF2-40B4-BE49-F238E27FC236}">
                <a16:creationId xmlns:a16="http://schemas.microsoft.com/office/drawing/2014/main" id="{A51AA3DD-D18F-2C59-5EC8-3E72554AB488}"/>
              </a:ext>
            </a:extLst>
          </p:cNvPr>
          <p:cNvCxnSpPr>
            <a:cxnSpLocks/>
            <a:stCxn id="5" idx="6"/>
            <a:endCxn id="54" idx="1"/>
          </p:cNvCxnSpPr>
          <p:nvPr/>
        </p:nvCxnSpPr>
        <p:spPr>
          <a:xfrm>
            <a:off x="4472385" y="1351550"/>
            <a:ext cx="2024353" cy="6684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מחבר חץ ישר 57">
            <a:extLst>
              <a:ext uri="{FF2B5EF4-FFF2-40B4-BE49-F238E27FC236}">
                <a16:creationId xmlns:a16="http://schemas.microsoft.com/office/drawing/2014/main" id="{5D8E8061-763E-03A1-3B11-1399D818531A}"/>
              </a:ext>
            </a:extLst>
          </p:cNvPr>
          <p:cNvCxnSpPr>
            <a:cxnSpLocks/>
            <a:stCxn id="7" idx="7"/>
            <a:endCxn id="54" idx="3"/>
          </p:cNvCxnSpPr>
          <p:nvPr/>
        </p:nvCxnSpPr>
        <p:spPr>
          <a:xfrm flipV="1">
            <a:off x="4306532" y="2789643"/>
            <a:ext cx="2190206" cy="35401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מחבר חץ ישר 63">
            <a:extLst>
              <a:ext uri="{FF2B5EF4-FFF2-40B4-BE49-F238E27FC236}">
                <a16:creationId xmlns:a16="http://schemas.microsoft.com/office/drawing/2014/main" id="{C0137114-CADC-91F3-F02C-E35AB12D75CE}"/>
              </a:ext>
            </a:extLst>
          </p:cNvPr>
          <p:cNvCxnSpPr>
            <a:cxnSpLocks/>
            <a:stCxn id="54" idx="6"/>
            <a:endCxn id="72" idx="2"/>
          </p:cNvCxnSpPr>
          <p:nvPr/>
        </p:nvCxnSpPr>
        <p:spPr>
          <a:xfrm>
            <a:off x="7463398" y="2404810"/>
            <a:ext cx="2038725" cy="73106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2" name="אליפסה 71">
            <a:extLst>
              <a:ext uri="{FF2B5EF4-FFF2-40B4-BE49-F238E27FC236}">
                <a16:creationId xmlns:a16="http://schemas.microsoft.com/office/drawing/2014/main" id="{23A2FE40-FE82-6AEC-E243-1A3AF0662A44}"/>
              </a:ext>
            </a:extLst>
          </p:cNvPr>
          <p:cNvSpPr/>
          <p:nvPr/>
        </p:nvSpPr>
        <p:spPr>
          <a:xfrm>
            <a:off x="9502123" y="2591641"/>
            <a:ext cx="1132513" cy="1088472"/>
          </a:xfrm>
          <a:prstGeom prst="ellipse">
            <a:avLst/>
          </a:prstGeom>
        </p:spPr>
        <p:style>
          <a:lnRef idx="2">
            <a:schemeClr val="dk1"/>
          </a:lnRef>
          <a:fillRef idx="1">
            <a:schemeClr val="lt1"/>
          </a:fillRef>
          <a:effectRef idx="0">
            <a:schemeClr val="dk1"/>
          </a:effectRef>
          <a:fontRef idx="minor">
            <a:schemeClr val="dk1"/>
          </a:fontRef>
        </p:style>
        <p:txBody>
          <a:bodyPr rtlCol="1" anchor="ctr"/>
          <a:lstStyle/>
          <a:p>
            <a:pPr algn="ctr"/>
            <a:r>
              <a:rPr lang="en-US" dirty="0"/>
              <a:t>10</a:t>
            </a:r>
            <a:endParaRPr lang="he-IL" dirty="0"/>
          </a:p>
        </p:txBody>
      </p:sp>
      <p:cxnSp>
        <p:nvCxnSpPr>
          <p:cNvPr id="73" name="מחבר חץ ישר 72">
            <a:extLst>
              <a:ext uri="{FF2B5EF4-FFF2-40B4-BE49-F238E27FC236}">
                <a16:creationId xmlns:a16="http://schemas.microsoft.com/office/drawing/2014/main" id="{F6E8C829-F8B4-0C02-677F-677CFAE4A885}"/>
              </a:ext>
            </a:extLst>
          </p:cNvPr>
          <p:cNvCxnSpPr>
            <a:cxnSpLocks/>
          </p:cNvCxnSpPr>
          <p:nvPr/>
        </p:nvCxnSpPr>
        <p:spPr>
          <a:xfrm>
            <a:off x="10634636" y="3135877"/>
            <a:ext cx="5171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0" name="מחבר חץ ישר 79">
            <a:extLst>
              <a:ext uri="{FF2B5EF4-FFF2-40B4-BE49-F238E27FC236}">
                <a16:creationId xmlns:a16="http://schemas.microsoft.com/office/drawing/2014/main" id="{5F8B7F0E-DC47-C59E-EC6A-818B3F6FD930}"/>
              </a:ext>
            </a:extLst>
          </p:cNvPr>
          <p:cNvCxnSpPr>
            <a:cxnSpLocks/>
            <a:stCxn id="7" idx="5"/>
            <a:endCxn id="15" idx="2"/>
          </p:cNvCxnSpPr>
          <p:nvPr/>
        </p:nvCxnSpPr>
        <p:spPr>
          <a:xfrm>
            <a:off x="4306532" y="3913327"/>
            <a:ext cx="1890243" cy="6956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2" name="מחבר ישר 91">
            <a:extLst>
              <a:ext uri="{FF2B5EF4-FFF2-40B4-BE49-F238E27FC236}">
                <a16:creationId xmlns:a16="http://schemas.microsoft.com/office/drawing/2014/main" id="{5E3FF5B1-1B29-4991-89CB-AF55D54E13E8}"/>
              </a:ext>
            </a:extLst>
          </p:cNvPr>
          <p:cNvCxnSpPr>
            <a:cxnSpLocks/>
          </p:cNvCxnSpPr>
          <p:nvPr/>
        </p:nvCxnSpPr>
        <p:spPr>
          <a:xfrm>
            <a:off x="10835922" y="1153409"/>
            <a:ext cx="10795" cy="4410411"/>
          </a:xfrm>
          <a:prstGeom prst="line">
            <a:avLst/>
          </a:prstGeom>
        </p:spPr>
        <p:style>
          <a:lnRef idx="3">
            <a:schemeClr val="accent5"/>
          </a:lnRef>
          <a:fillRef idx="0">
            <a:schemeClr val="accent5"/>
          </a:fillRef>
          <a:effectRef idx="2">
            <a:schemeClr val="accent5"/>
          </a:effectRef>
          <a:fontRef idx="minor">
            <a:schemeClr val="tx1"/>
          </a:fontRef>
        </p:style>
      </p:cxnSp>
      <p:cxnSp>
        <p:nvCxnSpPr>
          <p:cNvPr id="2" name="מחבר חץ ישר 18">
            <a:extLst>
              <a:ext uri="{FF2B5EF4-FFF2-40B4-BE49-F238E27FC236}">
                <a16:creationId xmlns:a16="http://schemas.microsoft.com/office/drawing/2014/main" id="{962C3ECE-46C2-E1C4-9FD9-DDE493FE812F}"/>
              </a:ext>
            </a:extLst>
          </p:cNvPr>
          <p:cNvCxnSpPr>
            <a:cxnSpLocks/>
            <a:endCxn id="4" idx="1"/>
          </p:cNvCxnSpPr>
          <p:nvPr/>
        </p:nvCxnSpPr>
        <p:spPr>
          <a:xfrm>
            <a:off x="1244182" y="1844829"/>
            <a:ext cx="753859" cy="21036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אליפסה 62">
            <a:extLst>
              <a:ext uri="{FF2B5EF4-FFF2-40B4-BE49-F238E27FC236}">
                <a16:creationId xmlns:a16="http://schemas.microsoft.com/office/drawing/2014/main" id="{81EB76FC-7CC9-E6A2-9FCA-5EB6CCB7E6FB}"/>
              </a:ext>
            </a:extLst>
          </p:cNvPr>
          <p:cNvSpPr/>
          <p:nvPr/>
        </p:nvSpPr>
        <p:spPr>
          <a:xfrm>
            <a:off x="6196775" y="4064722"/>
            <a:ext cx="1132513" cy="1088472"/>
          </a:xfrm>
          <a:prstGeom prst="ellipse">
            <a:avLst/>
          </a:prstGeom>
        </p:spPr>
        <p:style>
          <a:lnRef idx="2">
            <a:schemeClr val="dk1"/>
          </a:lnRef>
          <a:fillRef idx="1">
            <a:schemeClr val="lt1"/>
          </a:fillRef>
          <a:effectRef idx="0">
            <a:schemeClr val="dk1"/>
          </a:effectRef>
          <a:fontRef idx="minor">
            <a:schemeClr val="dk1"/>
          </a:fontRef>
        </p:style>
        <p:txBody>
          <a:bodyPr rtlCol="1" anchor="ctr"/>
          <a:lstStyle/>
          <a:p>
            <a:pPr algn="ctr"/>
            <a:r>
              <a:rPr lang="en-US" dirty="0"/>
              <a:t>6</a:t>
            </a:r>
            <a:endParaRPr lang="he-IL" dirty="0"/>
          </a:p>
        </p:txBody>
      </p:sp>
      <p:cxnSp>
        <p:nvCxnSpPr>
          <p:cNvPr id="18" name="מחבר חץ ישר 38">
            <a:extLst>
              <a:ext uri="{FF2B5EF4-FFF2-40B4-BE49-F238E27FC236}">
                <a16:creationId xmlns:a16="http://schemas.microsoft.com/office/drawing/2014/main" id="{24AA3A04-8398-926C-E171-D802C0E901CA}"/>
              </a:ext>
            </a:extLst>
          </p:cNvPr>
          <p:cNvCxnSpPr>
            <a:cxnSpLocks/>
            <a:endCxn id="15" idx="3"/>
          </p:cNvCxnSpPr>
          <p:nvPr/>
        </p:nvCxnSpPr>
        <p:spPr>
          <a:xfrm flipV="1">
            <a:off x="1552230" y="4993791"/>
            <a:ext cx="4810398" cy="80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מחבר חץ ישר 63">
            <a:extLst>
              <a:ext uri="{FF2B5EF4-FFF2-40B4-BE49-F238E27FC236}">
                <a16:creationId xmlns:a16="http://schemas.microsoft.com/office/drawing/2014/main" id="{BE22F718-BF7D-2F55-60AC-1ED028D4D7EC}"/>
              </a:ext>
            </a:extLst>
          </p:cNvPr>
          <p:cNvCxnSpPr>
            <a:cxnSpLocks/>
            <a:stCxn id="15" idx="6"/>
            <a:endCxn id="72" idx="3"/>
          </p:cNvCxnSpPr>
          <p:nvPr/>
        </p:nvCxnSpPr>
        <p:spPr>
          <a:xfrm flipV="1">
            <a:off x="7329288" y="3520710"/>
            <a:ext cx="2338688" cy="10882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מחבר ישר 91">
            <a:extLst>
              <a:ext uri="{FF2B5EF4-FFF2-40B4-BE49-F238E27FC236}">
                <a16:creationId xmlns:a16="http://schemas.microsoft.com/office/drawing/2014/main" id="{2A361A2F-B9F3-7A16-A818-7B3041BE88C6}"/>
              </a:ext>
            </a:extLst>
          </p:cNvPr>
          <p:cNvCxnSpPr>
            <a:cxnSpLocks/>
          </p:cNvCxnSpPr>
          <p:nvPr/>
        </p:nvCxnSpPr>
        <p:spPr>
          <a:xfrm>
            <a:off x="8471965" y="1125653"/>
            <a:ext cx="10795" cy="4410411"/>
          </a:xfrm>
          <a:prstGeom prst="line">
            <a:avLst/>
          </a:prstGeom>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F1E1757-6E70-6B58-4FA4-8D8F70B3B6B9}"/>
                  </a:ext>
                </a:extLst>
              </p:cNvPr>
              <p:cNvSpPr txBox="1"/>
              <p:nvPr/>
            </p:nvSpPr>
            <p:spPr>
              <a:xfrm>
                <a:off x="1633404" y="5597357"/>
                <a:ext cx="6097836" cy="906658"/>
              </a:xfrm>
              <a:prstGeom prst="rect">
                <a:avLst/>
              </a:prstGeom>
              <a:noFill/>
            </p:spPr>
            <p:txBody>
              <a:bodyPr wrap="square">
                <a:spAutoFit/>
              </a:bodyPr>
              <a:lstStyle/>
              <a:p>
                <a:pPr marL="0" indent="0" algn="r" rtl="1">
                  <a:buFont typeface="Wingdings 3" charset="2"/>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𝑇</m:t>
                      </m:r>
                      <m:r>
                        <a:rPr lang="en-US" sz="1800" b="0" i="1" smtClean="0">
                          <a:latin typeface="Cambria Math" panose="02040503050406030204" pitchFamily="18" charset="0"/>
                        </a:rPr>
                        <m:t>=7+10+8=25</m:t>
                      </m:r>
                      <m:r>
                        <a:rPr lang="en-US" sz="1800" b="0" i="1" smtClean="0">
                          <a:latin typeface="Cambria Math" panose="02040503050406030204" pitchFamily="18" charset="0"/>
                        </a:rPr>
                        <m:t>𝑛𝑠</m:t>
                      </m:r>
                    </m:oMath>
                  </m:oMathPara>
                </a14:m>
                <a:endParaRPr lang="en-US" sz="1800" b="0" dirty="0"/>
              </a:p>
              <a:p>
                <a:pPr algn="r" rt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𝑡h</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25⋅</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den>
                      </m:f>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7</m:t>
                          </m:r>
                        </m:sup>
                      </m:sSup>
                    </m:oMath>
                  </m:oMathPara>
                </a14:m>
                <a:endParaRPr lang="he-IL" dirty="0"/>
              </a:p>
            </p:txBody>
          </p:sp>
        </mc:Choice>
        <mc:Fallback xmlns="">
          <p:sp>
            <p:nvSpPr>
              <p:cNvPr id="33" name="TextBox 32">
                <a:extLst>
                  <a:ext uri="{FF2B5EF4-FFF2-40B4-BE49-F238E27FC236}">
                    <a16:creationId xmlns:a16="http://schemas.microsoft.com/office/drawing/2014/main" id="{2F1E1757-6E70-6B58-4FA4-8D8F70B3B6B9}"/>
                  </a:ext>
                </a:extLst>
              </p:cNvPr>
              <p:cNvSpPr txBox="1">
                <a:spLocks noRot="1" noChangeAspect="1" noMove="1" noResize="1" noEditPoints="1" noAdjustHandles="1" noChangeArrowheads="1" noChangeShapeType="1" noTextEdit="1"/>
              </p:cNvSpPr>
              <p:nvPr/>
            </p:nvSpPr>
            <p:spPr>
              <a:xfrm>
                <a:off x="1633404" y="5597357"/>
                <a:ext cx="6097836" cy="906658"/>
              </a:xfrm>
              <a:prstGeom prst="rect">
                <a:avLst/>
              </a:prstGeom>
              <a:blipFill>
                <a:blip r:embed="rId2"/>
                <a:stretch>
                  <a:fillRect b="-1370"/>
                </a:stretch>
              </a:blipFill>
            </p:spPr>
            <p:txBody>
              <a:bodyPr/>
              <a:lstStyle/>
              <a:p>
                <a:r>
                  <a:rPr lang="en-IL">
                    <a:noFill/>
                  </a:rPr>
                  <a:t> </a:t>
                </a:r>
              </a:p>
            </p:txBody>
          </p:sp>
        </mc:Fallback>
      </mc:AlternateContent>
      <p:cxnSp>
        <p:nvCxnSpPr>
          <p:cNvPr id="34" name="מחבר ישר 91">
            <a:extLst>
              <a:ext uri="{FF2B5EF4-FFF2-40B4-BE49-F238E27FC236}">
                <a16:creationId xmlns:a16="http://schemas.microsoft.com/office/drawing/2014/main" id="{936FF744-C40B-508B-3386-18FC2A483EF3}"/>
              </a:ext>
            </a:extLst>
          </p:cNvPr>
          <p:cNvCxnSpPr>
            <a:cxnSpLocks/>
          </p:cNvCxnSpPr>
          <p:nvPr/>
        </p:nvCxnSpPr>
        <p:spPr>
          <a:xfrm>
            <a:off x="5099441" y="971468"/>
            <a:ext cx="10795" cy="4410411"/>
          </a:xfrm>
          <a:prstGeom prst="line">
            <a:avLst/>
          </a:prstGeom>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566774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9EB713-3BCC-44EF-34A5-7CAE041E4290}"/>
              </a:ext>
            </a:extLst>
          </p:cNvPr>
          <p:cNvPicPr>
            <a:picLocks noChangeAspect="1"/>
          </p:cNvPicPr>
          <p:nvPr/>
        </p:nvPicPr>
        <p:blipFill>
          <a:blip r:embed="rId3"/>
          <a:stretch>
            <a:fillRect/>
          </a:stretch>
        </p:blipFill>
        <p:spPr>
          <a:xfrm>
            <a:off x="2011496" y="398935"/>
            <a:ext cx="7772400" cy="5678866"/>
          </a:xfrm>
          <a:prstGeom prst="rect">
            <a:avLst/>
          </a:prstGeom>
        </p:spPr>
      </p:pic>
      <p:sp>
        <p:nvSpPr>
          <p:cNvPr id="8" name="אליפסה 7">
            <a:extLst>
              <a:ext uri="{FF2B5EF4-FFF2-40B4-BE49-F238E27FC236}">
                <a16:creationId xmlns:a16="http://schemas.microsoft.com/office/drawing/2014/main" id="{EAC34141-7D51-4620-2AEB-88E683B12987}"/>
              </a:ext>
            </a:extLst>
          </p:cNvPr>
          <p:cNvSpPr/>
          <p:nvPr/>
        </p:nvSpPr>
        <p:spPr>
          <a:xfrm>
            <a:off x="8911511" y="3993918"/>
            <a:ext cx="248592" cy="2237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43218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790112-1609-7189-9BE1-8C9303216E1D}"/>
              </a:ext>
            </a:extLst>
          </p:cNvPr>
          <p:cNvPicPr>
            <a:picLocks noChangeAspect="1"/>
          </p:cNvPicPr>
          <p:nvPr/>
        </p:nvPicPr>
        <p:blipFill>
          <a:blip r:embed="rId2"/>
          <a:stretch>
            <a:fillRect/>
          </a:stretch>
        </p:blipFill>
        <p:spPr>
          <a:xfrm>
            <a:off x="2919470" y="136384"/>
            <a:ext cx="6353060" cy="6585232"/>
          </a:xfrm>
          <a:prstGeom prst="rect">
            <a:avLst/>
          </a:prstGeom>
        </p:spPr>
      </p:pic>
      <p:sp>
        <p:nvSpPr>
          <p:cNvPr id="6" name="אליפסה 7">
            <a:extLst>
              <a:ext uri="{FF2B5EF4-FFF2-40B4-BE49-F238E27FC236}">
                <a16:creationId xmlns:a16="http://schemas.microsoft.com/office/drawing/2014/main" id="{19D1F41C-B5BB-6173-9B01-48731372B6E2}"/>
              </a:ext>
            </a:extLst>
          </p:cNvPr>
          <p:cNvSpPr/>
          <p:nvPr/>
        </p:nvSpPr>
        <p:spPr>
          <a:xfrm>
            <a:off x="8801341" y="5789669"/>
            <a:ext cx="248592" cy="2237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114657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מציין מיקום תוכן 2">
                <a:extLst>
                  <a:ext uri="{FF2B5EF4-FFF2-40B4-BE49-F238E27FC236}">
                    <a16:creationId xmlns:a16="http://schemas.microsoft.com/office/drawing/2014/main" id="{619036D4-C565-D1BF-23E5-D962DB151B44}"/>
                  </a:ext>
                </a:extLst>
              </p:cNvPr>
              <p:cNvSpPr txBox="1">
                <a:spLocks/>
              </p:cNvSpPr>
              <p:nvPr/>
            </p:nvSpPr>
            <p:spPr>
              <a:xfrm>
                <a:off x="783766" y="481844"/>
                <a:ext cx="8596668" cy="4311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r" defTabSz="457200" rtl="1" eaLnBrk="1" latinLnBrk="0" hangingPunct="1">
                  <a:spcBef>
                    <a:spcPts val="1000"/>
                  </a:spcBef>
                  <a:spcAft>
                    <a:spcPts val="0"/>
                  </a:spcAft>
                  <a:buClr>
                    <a:schemeClr val="accent1"/>
                  </a:buClr>
                  <a:buSzPct val="80000"/>
                  <a:buFont typeface="Wingdings 3" charset="2"/>
                  <a:buNone/>
                </a:pPr>
                <a:r>
                  <a:rPr lang="he-IL" dirty="0"/>
                  <a:t>הלולאה תרוץ 4 פעמים.</a:t>
                </a:r>
              </a:p>
              <a:p>
                <a:pPr marL="0" indent="0" algn="r" defTabSz="457200" rtl="1" eaLnBrk="1" latinLnBrk="0" hangingPunct="1">
                  <a:spcBef>
                    <a:spcPts val="1000"/>
                  </a:spcBef>
                  <a:spcAft>
                    <a:spcPts val="0"/>
                  </a:spcAft>
                  <a:buClr>
                    <a:schemeClr val="accent1"/>
                  </a:buClr>
                  <a:buSzPct val="80000"/>
                  <a:buFont typeface="Wingdings 3" charset="2"/>
                  <a:buNone/>
                </a:pPr>
                <a:r>
                  <a:rPr lang="he-IL" dirty="0"/>
                  <a:t>למעבד </a:t>
                </a:r>
                <a:r>
                  <a:rPr lang="en-US" dirty="0"/>
                  <a:t>Single Cycle</a:t>
                </a:r>
                <a:r>
                  <a:rPr lang="he-IL" dirty="0"/>
                  <a:t> </a:t>
                </a:r>
                <a:r>
                  <a:rPr lang="he-IL" dirty="0" err="1"/>
                  <a:t>יקח</a:t>
                </a:r>
                <a:r>
                  <a:rPr lang="he-IL" dirty="0"/>
                  <a:t> 16 מחזורי שעון להריץ את התוכנית וסה״כ זמן הביצוע שלו יהיה </a:t>
                </a:r>
                <a:r>
                  <a:rPr lang="en-US" dirty="0"/>
                  <a:t>64ns</a:t>
                </a:r>
                <a:r>
                  <a:rPr lang="he-IL" dirty="0"/>
                  <a:t>.</a:t>
                </a:r>
              </a:p>
              <a:p>
                <a:pPr marL="0" indent="0" algn="r" defTabSz="457200" rtl="1" eaLnBrk="1" latinLnBrk="0" hangingPunct="1">
                  <a:spcBef>
                    <a:spcPts val="1000"/>
                  </a:spcBef>
                  <a:spcAft>
                    <a:spcPts val="0"/>
                  </a:spcAft>
                  <a:buClr>
                    <a:schemeClr val="accent1"/>
                  </a:buClr>
                  <a:buSzPct val="80000"/>
                  <a:buFont typeface="Wingdings 3" charset="2"/>
                  <a:buNone/>
                </a:pPr>
                <a:r>
                  <a:rPr lang="he-IL" dirty="0"/>
                  <a:t>למעבד </a:t>
                </a:r>
                <a:r>
                  <a:rPr lang="en-US" dirty="0"/>
                  <a:t>multi cycle</a:t>
                </a:r>
                <a:r>
                  <a:rPr lang="he-IL" dirty="0"/>
                  <a:t> </a:t>
                </a:r>
                <a:r>
                  <a:rPr lang="he-IL" dirty="0" err="1"/>
                  <a:t>יקח</a:t>
                </a:r>
                <a:r>
                  <a:rPr lang="he-IL" dirty="0"/>
                  <a:t>:</a:t>
                </a:r>
              </a:p>
              <a:p>
                <a:pPr marL="0" indent="0" algn="ctr" defTabSz="457200" rtl="1" eaLnBrk="1" latinLnBrk="0" hangingPunct="1">
                  <a:spcBef>
                    <a:spcPts val="1000"/>
                  </a:spcBef>
                  <a:spcAft>
                    <a:spcPts val="0"/>
                  </a:spcAft>
                  <a:buClr>
                    <a:schemeClr val="accent1"/>
                  </a:buClr>
                  <a:buSzPct val="80000"/>
                  <a:buFont typeface="Wingdings 3" charset="2"/>
                  <a:buNone/>
                </a:pP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=4+4+5+5+4⋅</m:t>
                    </m:r>
                    <m:d>
                      <m:dPr>
                        <m:ctrlPr>
                          <a:rPr lang="en-US" b="0" i="1" smtClean="0">
                            <a:latin typeface="Cambria Math" panose="02040503050406030204" pitchFamily="18" charset="0"/>
                          </a:rPr>
                        </m:ctrlPr>
                      </m:dPr>
                      <m:e>
                        <m:r>
                          <a:rPr lang="en-US" b="0" i="1" smtClean="0">
                            <a:latin typeface="Cambria Math" panose="02040503050406030204" pitchFamily="18" charset="0"/>
                          </a:rPr>
                          <m:t>4+4+3</m:t>
                        </m:r>
                      </m:e>
                    </m:d>
                    <m:r>
                      <a:rPr lang="en-US" b="0" i="0" smtClean="0">
                        <a:latin typeface="Cambria Math" panose="02040503050406030204" pitchFamily="18" charset="0"/>
                      </a:rPr>
                      <m:t>=18+44=62</m:t>
                    </m:r>
                    <m:r>
                      <m:rPr>
                        <m:sty m:val="p"/>
                      </m:rPr>
                      <a:rPr lang="en-US" b="0" i="0" smtClean="0">
                        <a:latin typeface="Cambria Math" panose="02040503050406030204" pitchFamily="18" charset="0"/>
                      </a:rPr>
                      <m:t>ns</m:t>
                    </m:r>
                  </m:oMath>
                </a14:m>
                <a:r>
                  <a:rPr lang="he-IL" dirty="0"/>
                  <a:t> </a:t>
                </a:r>
              </a:p>
            </p:txBody>
          </p:sp>
        </mc:Choice>
        <mc:Fallback xmlns="">
          <p:sp>
            <p:nvSpPr>
              <p:cNvPr id="4" name="מציין מיקום תוכן 2">
                <a:extLst>
                  <a:ext uri="{FF2B5EF4-FFF2-40B4-BE49-F238E27FC236}">
                    <a16:creationId xmlns:a16="http://schemas.microsoft.com/office/drawing/2014/main" id="{619036D4-C565-D1BF-23E5-D962DB151B44}"/>
                  </a:ext>
                </a:extLst>
              </p:cNvPr>
              <p:cNvSpPr txBox="1">
                <a:spLocks noRot="1" noChangeAspect="1" noMove="1" noResize="1" noEditPoints="1" noAdjustHandles="1" noChangeArrowheads="1" noChangeShapeType="1" noTextEdit="1"/>
              </p:cNvSpPr>
              <p:nvPr/>
            </p:nvSpPr>
            <p:spPr>
              <a:xfrm>
                <a:off x="783766" y="481844"/>
                <a:ext cx="8596668" cy="4311773"/>
              </a:xfrm>
              <a:prstGeom prst="rect">
                <a:avLst/>
              </a:prstGeom>
              <a:blipFill>
                <a:blip r:embed="rId2"/>
                <a:stretch>
                  <a:fillRect t="-293" r="-590"/>
                </a:stretch>
              </a:blipFill>
            </p:spPr>
            <p:txBody>
              <a:bodyPr/>
              <a:lstStyle/>
              <a:p>
                <a:r>
                  <a:rPr lang="en-IL">
                    <a:noFill/>
                  </a:rPr>
                  <a:t> </a:t>
                </a:r>
              </a:p>
            </p:txBody>
          </p:sp>
        </mc:Fallback>
      </mc:AlternateContent>
    </p:spTree>
    <p:extLst>
      <p:ext uri="{BB962C8B-B14F-4D97-AF65-F5344CB8AC3E}">
        <p14:creationId xmlns:p14="http://schemas.microsoft.com/office/powerpoint/2010/main" val="143954541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5109</TotalTime>
  <Words>849</Words>
  <Application>Microsoft Macintosh PowerPoint</Application>
  <PresentationFormat>Widescreen</PresentationFormat>
  <Paragraphs>142</Paragraphs>
  <Slides>28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Cambria Math</vt:lpstr>
      <vt:lpstr>Narkisim</vt:lpstr>
      <vt:lpstr>Trebuchet MS</vt:lpstr>
      <vt:lpstr>Wingdings 3</vt:lpstr>
      <vt:lpstr>Facet</vt:lpstr>
      <vt:lpstr>מערכות ספרתיות ומבנה המחשב 044252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מערכות ספרתיות ומבנה המחשב 044252</dc:title>
  <dc:creator>George Ayoub</dc:creator>
  <cp:lastModifiedBy>Dor Malka</cp:lastModifiedBy>
  <cp:revision>184</cp:revision>
  <dcterms:created xsi:type="dcterms:W3CDTF">2024-03-11T11:19:08Z</dcterms:created>
  <dcterms:modified xsi:type="dcterms:W3CDTF">2026-07-20T11:28:08Z</dcterms:modified>
</cp:coreProperties>
</file>